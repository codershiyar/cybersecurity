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292" r:id="rId5"/>
    <p:sldId id="297" r:id="rId6"/>
    <p:sldId id="304" r:id="rId7"/>
    <p:sldId id="305" r:id="rId8"/>
    <p:sldId id="315" r:id="rId9"/>
    <p:sldId id="312" r:id="rId10"/>
    <p:sldId id="309" r:id="rId11"/>
    <p:sldId id="313" r:id="rId12"/>
    <p:sldId id="310"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F5A"/>
    <a:srgbClr val="446992"/>
    <a:srgbClr val="AEC2D8"/>
    <a:srgbClr val="98432A"/>
    <a:srgbClr val="D84400"/>
    <a:srgbClr val="44678D"/>
    <a:srgbClr val="263E5A"/>
    <a:srgbClr val="D6E0EB"/>
    <a:srgbClr val="728DAB"/>
    <a:srgbClr val="C9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C9F9BD-8005-42FE-95D2-8FF3CBBA4391}" v="113" dt="2024-11-01T12:29:39.79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634"/>
  </p:normalViewPr>
  <p:slideViewPr>
    <p:cSldViewPr snapToGrid="0" showGuides="1">
      <p:cViewPr varScale="1">
        <p:scale>
          <a:sx n="82" d="100"/>
          <a:sy n="82" d="100"/>
        </p:scale>
        <p:origin x="720" y="72"/>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13766"/>
    </p:cViewPr>
  </p:sorterViewPr>
  <p:notesViewPr>
    <p:cSldViewPr snapToGrid="0">
      <p:cViewPr varScale="1">
        <p:scale>
          <a:sx n="58" d="100"/>
          <a:sy n="58" d="100"/>
        </p:scale>
        <p:origin x="249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12/6/2025</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‹nr.›</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87834D1B-A726-18FB-799A-8294A1FE8A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Date Placeholder 8">
            <a:extLst>
              <a:ext uri="{FF2B5EF4-FFF2-40B4-BE49-F238E27FC236}">
                <a16:creationId xmlns:a16="http://schemas.microsoft.com/office/drawing/2014/main" id="{063B9152-B336-5993-1C67-48946279B0E6}"/>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6253B2-FD87-4AAE-AF69-14FE02FB4D05}" type="datetimeFigureOut">
              <a:rPr lang="en-US" smtClean="0"/>
              <a:t>12/6/2025</a:t>
            </a:fld>
            <a:endParaRPr lang="en-US"/>
          </a:p>
        </p:txBody>
      </p:sp>
      <p:sp>
        <p:nvSpPr>
          <p:cNvPr id="10" name="Notes Placeholder 9">
            <a:extLst>
              <a:ext uri="{FF2B5EF4-FFF2-40B4-BE49-F238E27FC236}">
                <a16:creationId xmlns:a16="http://schemas.microsoft.com/office/drawing/2014/main" id="{598999B6-0E65-F457-D4BF-F96BE9F9A9A7}"/>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0">
            <a:extLst>
              <a:ext uri="{FF2B5EF4-FFF2-40B4-BE49-F238E27FC236}">
                <a16:creationId xmlns:a16="http://schemas.microsoft.com/office/drawing/2014/main" id="{976FEA9E-549C-DA0D-8B3C-832BF1072B45}"/>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DEDBB3-C345-4EAB-AB5D-9FB3AF589CFF}" type="slidenum">
              <a:rPr lang="en-US" smtClean="0"/>
              <a:t>‹nr.›</a:t>
            </a:fld>
            <a:endParaRPr lang="en-US"/>
          </a:p>
        </p:txBody>
      </p:sp>
      <p:sp>
        <p:nvSpPr>
          <p:cNvPr id="12" name="Slide Image Placeholder 11">
            <a:extLst>
              <a:ext uri="{FF2B5EF4-FFF2-40B4-BE49-F238E27FC236}">
                <a16:creationId xmlns:a16="http://schemas.microsoft.com/office/drawing/2014/main" id="{F627E2FE-9CC2-836E-40FC-1A1183B95164}"/>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3" name="Footer Placeholder 12">
            <a:extLst>
              <a:ext uri="{FF2B5EF4-FFF2-40B4-BE49-F238E27FC236}">
                <a16:creationId xmlns:a16="http://schemas.microsoft.com/office/drawing/2014/main" id="{413B0C97-27B2-A894-9DEA-82E460C91F15}"/>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431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DCFBF-2724-15BE-BF70-FA2CC786D3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A857B8-6A5B-4C58-982B-4CB6E3236D5F}"/>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B98E942A-DA29-7375-AE48-370472EB2BC1}"/>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36B4F7D-DB19-4B91-5E3D-9BE3DB7C52EC}"/>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a:t>
            </a:fld>
            <a:endParaRPr lang="en-US" altLang="zh-CN" noProof="0" dirty="0"/>
          </a:p>
        </p:txBody>
      </p:sp>
    </p:spTree>
    <p:extLst>
      <p:ext uri="{BB962C8B-B14F-4D97-AF65-F5344CB8AC3E}">
        <p14:creationId xmlns:p14="http://schemas.microsoft.com/office/powerpoint/2010/main" val="2830198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3910F-18AD-A06D-E8DA-55C3EDB24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76F57-D8EB-E189-44D9-AB6596A253C7}"/>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6E271484-3FA7-80D6-07F9-42B790B8216E}"/>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40EBD45C-6345-00CF-5A55-3D6042F471AF}"/>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dirty="0"/>
          </a:p>
        </p:txBody>
      </p:sp>
    </p:spTree>
    <p:extLst>
      <p:ext uri="{BB962C8B-B14F-4D97-AF65-F5344CB8AC3E}">
        <p14:creationId xmlns:p14="http://schemas.microsoft.com/office/powerpoint/2010/main" val="4011943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F7515-DC9E-3D28-57B8-6388B695AA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47BBE-13F1-D237-9B28-5151C0570DE8}"/>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DC75783F-4FE7-491B-EB21-E9AA4C248444}"/>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DC65B63-C73D-2350-4F43-4113303A63E5}"/>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dirty="0"/>
          </a:p>
        </p:txBody>
      </p:sp>
    </p:spTree>
    <p:extLst>
      <p:ext uri="{BB962C8B-B14F-4D97-AF65-F5344CB8AC3E}">
        <p14:creationId xmlns:p14="http://schemas.microsoft.com/office/powerpoint/2010/main" val="62236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6D1860-08D7-2622-CA44-A45927E87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9A5D06-8FF9-2BBB-8FD0-86028CD456CD}"/>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8B8EBE99-19BE-E4BE-6094-A573D3A6A228}"/>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80909778-7333-97EE-6E6C-4166EBA5A1D0}"/>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5</a:t>
            </a:fld>
            <a:endParaRPr lang="en-US" altLang="zh-CN" noProof="0" dirty="0"/>
          </a:p>
        </p:txBody>
      </p:sp>
    </p:spTree>
    <p:extLst>
      <p:ext uri="{BB962C8B-B14F-4D97-AF65-F5344CB8AC3E}">
        <p14:creationId xmlns:p14="http://schemas.microsoft.com/office/powerpoint/2010/main" val="2153790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AB18B-55F2-5A22-E8E5-AD2681CB6D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142A71-E654-3677-9CE9-298CE6900BF6}"/>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372EC371-1CD6-C08D-25B3-3DAE9B26E331}"/>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E7E89F2-F607-AEFA-1835-B5AB80EBB6E5}"/>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12956387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08C8D-B840-625D-1CF8-949482789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D1F533-7188-CA5B-C642-8E07D4AB7C20}"/>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B2B7F292-6B46-77CF-F3F9-6AF5C2F34C28}"/>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A91C8A07-18AF-63E0-41FD-F68020CE9C3A}"/>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7</a:t>
            </a:fld>
            <a:endParaRPr lang="en-US" altLang="zh-CN" noProof="0" dirty="0"/>
          </a:p>
        </p:txBody>
      </p:sp>
    </p:spTree>
    <p:extLst>
      <p:ext uri="{BB962C8B-B14F-4D97-AF65-F5344CB8AC3E}">
        <p14:creationId xmlns:p14="http://schemas.microsoft.com/office/powerpoint/2010/main" val="1871004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33CA0-49FF-CD75-4EF8-2F36CD5ED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3D8BC-02DF-11D8-30A0-74992AC23942}"/>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52066986-43F7-7056-374A-3BBF433D669B}"/>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8AA1AC4D-CDE2-164E-7A59-0B35A16DFD20}"/>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18369460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8A8C9-8C6E-FBE4-DBC3-ADEE69D6D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E6C11-4F40-A1EF-11F2-77FAD82399BD}"/>
              </a:ext>
            </a:extLst>
          </p:cNvPr>
          <p:cNvSpPr>
            <a:spLocks noGrp="1" noRot="1" noChangeAspect="1"/>
          </p:cNvSpPr>
          <p:nvPr>
            <p:ph type="sldImg"/>
          </p:nvPr>
        </p:nvSpPr>
        <p:spPr>
          <a:xfrm>
            <a:off x="685800" y="1143000"/>
            <a:ext cx="5486400" cy="3086100"/>
          </a:xfrm>
          <a:prstGeom prst="rect">
            <a:avLst/>
          </a:prstGeom>
        </p:spPr>
      </p:sp>
      <p:sp>
        <p:nvSpPr>
          <p:cNvPr id="3" name="Notes Placeholder 2">
            <a:extLst>
              <a:ext uri="{FF2B5EF4-FFF2-40B4-BE49-F238E27FC236}">
                <a16:creationId xmlns:a16="http://schemas.microsoft.com/office/drawing/2014/main" id="{07D678EF-9A23-E045-DA5D-85793C4C2DE0}"/>
              </a:ext>
            </a:extLst>
          </p:cNvPr>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E82D004-865D-8A62-4EA4-B36FCA52F2DE}"/>
              </a:ext>
            </a:extLst>
          </p:cNvPr>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17330876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GB"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p>
            <a:r>
              <a:rPr lang="en-GB" noProof="0"/>
              <a:t>Click to edit Master title style</a:t>
            </a:r>
            <a:endParaRPr lang="en-US" noProof="0"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dirty="0"/>
              <a:t>Click to edit 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dirty="0"/>
              <a:t>Click to edit  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bg1"/>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noProof="0"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r>
              <a:rPr lang="en-US" noProof="0" dirty="0"/>
              <a:t>Presentation Title</a:t>
            </a:r>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‹nr.›</a:t>
            </a:fld>
            <a:endParaRPr lang="en-US" altLang="zh-CN" noProof="0"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p>
            <a:r>
              <a:rPr lang="en-GB"/>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GB"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r>
              <a:rPr lang="en-US" noProof="0" dirty="0"/>
              <a:t>Presentation Title</a:t>
            </a:r>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‹nr.›</a:t>
            </a:fld>
            <a:endParaRPr lang="en-US" altLang="zh-CN" noProof="0"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tx2"/>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lvl1pPr>
          </a:lstStyle>
          <a:p>
            <a:r>
              <a:rPr lang="en-GB"/>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p>
            <a:r>
              <a:rPr lang="en-GB"/>
              <a:t>Click to edit Master title style</a:t>
            </a:r>
            <a:endParaRPr lang="en-US"/>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bg1"/>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p>
            <a:r>
              <a:rPr lang="en-US" noProof="0" dirty="0"/>
              <a:t>Presentation Title</a:t>
            </a:r>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p>
            <a:fld id="{47FEACEE-25B4-4A2D-B147-27296E36371D}" type="slidenum">
              <a:rPr lang="en-US" altLang="zh-CN" noProof="0" smtClean="0"/>
              <a:pPr/>
              <a:t>‹nr.›</a:t>
            </a:fld>
            <a:endParaRPr lang="en-US" altLang="zh-CN" noProof="0"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bg1"/>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r>
              <a:rPr lang="en-US" noProof="0" dirty="0"/>
              <a:t>Presentation Title</a:t>
            </a:r>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‹nr.›</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noProof="0" dirty="0"/>
              <a:t>Click to edit </a:t>
            </a:r>
            <a:r>
              <a:rPr lang="en-US" altLang="zh-CN" noProof="0" dirty="0"/>
              <a:t>Text </a:t>
            </a:r>
            <a:r>
              <a:rPr lang="en-US" noProof="0"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2"/>
                </a:solidFill>
                <a:latin typeface="+mn-lt"/>
              </a:defRPr>
            </a:lvl1pPr>
            <a:lvl2pPr>
              <a:defRPr sz="1000"/>
            </a:lvl2pPr>
            <a:lvl3pPr>
              <a:defRPr sz="900"/>
            </a:lvl3pPr>
            <a:lvl4pPr>
              <a:defRPr sz="800"/>
            </a:lvl4pPr>
            <a:lvl5pPr>
              <a:defRPr sz="800"/>
            </a:lvl5pPr>
          </a:lstStyle>
          <a:p>
            <a:pPr lvl="0"/>
            <a:r>
              <a:rPr lang="en-US" altLang="zh-CN" noProof="0"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dirty="0"/>
              <a:t>Presentation Title</a:t>
            </a:r>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‹nr.›</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lvl1pPr>
          </a:lstStyle>
          <a:p>
            <a:r>
              <a:rPr lang="en-GB"/>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bg1"/>
                </a:solidFill>
              </a:defRPr>
            </a:lvl1pPr>
          </a:lstStyle>
          <a:p>
            <a:r>
              <a:rPr lang="en-GB"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bg1"/>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bg1"/>
                </a:solidFill>
              </a:defRPr>
            </a:lvl1pPr>
          </a:lstStyle>
          <a:p>
            <a:r>
              <a:rPr lang="en-GB"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bg1"/>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bg1"/>
                </a:solidFill>
              </a:defRPr>
            </a:lvl1pPr>
          </a:lstStyle>
          <a:p>
            <a:r>
              <a:rPr lang="en-GB"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bg1"/>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bg1"/>
                </a:solidFill>
              </a:defRPr>
            </a:lvl1pPr>
          </a:lstStyle>
          <a:p>
            <a:r>
              <a:rPr lang="en-GB"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bg1"/>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p>
            <a:r>
              <a:rPr lang="en-US" noProof="0" dirty="0"/>
              <a:t>Presentation Title</a:t>
            </a:r>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p>
            <a:fld id="{47FEACEE-25B4-4A2D-B147-27296E36371D}" type="slidenum">
              <a:rPr lang="en-US" altLang="zh-CN" noProof="0" smtClean="0"/>
              <a:pPr/>
              <a:t>‹nr.›</a:t>
            </a:fld>
            <a:endParaRPr lang="en-US" altLang="zh-CN" noProof="0"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p>
            <a:r>
              <a:rPr lang="en-GB"/>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GB"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GB"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GB"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GB"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GB"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GB"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GB"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bg1"/>
                </a:solidFill>
              </a:defRPr>
            </a:lvl1pPr>
          </a:lstStyle>
          <a:p>
            <a:r>
              <a:rPr lang="en-GB"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bg1"/>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p>
            <a:r>
              <a:rPr lang="en-US" noProof="0" dirty="0"/>
              <a:t>Presentation Title</a:t>
            </a:r>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lvl1pPr>
          </a:lstStyle>
          <a:p>
            <a:fld id="{47FEACEE-25B4-4A2D-B147-27296E36371D}" type="slidenum">
              <a:rPr lang="en-US" altLang="zh-CN" smtClean="0"/>
              <a:pPr/>
              <a:t>‹nr.›</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bg1"/>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GB"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GB"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GB"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GB"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GB"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lvl1pPr>
          </a:lstStyle>
          <a:p>
            <a:r>
              <a:rPr lang="en-GB"/>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p>
            <a:r>
              <a:rPr lang="en-US" noProof="0" dirty="0"/>
              <a:t>Presentation Title</a:t>
            </a:r>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p>
            <a:fld id="{47FEACEE-25B4-4A2D-B147-27296E36371D}" type="slidenum">
              <a:rPr lang="en-US" altLang="zh-CN" noProof="0" smtClean="0"/>
              <a:pPr/>
              <a:t>‹nr.›</a:t>
            </a:fld>
            <a:endParaRPr lang="en-US" altLang="zh-CN" noProof="0"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bg1"/>
            </a:solidFill>
          </a:ln>
        </p:spPr>
        <p:txBody>
          <a:bodyPr tIns="219456">
            <a:noAutofit/>
          </a:bodyPr>
          <a:lstStyle>
            <a:lvl1pPr marL="0" indent="0" algn="ctr">
              <a:lnSpc>
                <a:spcPct val="100000"/>
              </a:lnSpc>
              <a:spcBef>
                <a:spcPts val="0"/>
              </a:spcBef>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lvl1pPr>
          </a:lstStyle>
          <a:p>
            <a:r>
              <a:rPr lang="en-GB"/>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bg1"/>
            </a:solidFill>
          </a:ln>
        </p:spPr>
        <p:txBody>
          <a:bodyPr anchor="ctr">
            <a:noAutofit/>
          </a:bodyPr>
          <a:lstStyle>
            <a:lvl1pPr marL="0" indent="0" algn="ctr">
              <a:lnSpc>
                <a:spcPct val="100000"/>
              </a:lnSpc>
              <a:buFontTx/>
              <a:buNone/>
              <a:defRPr sz="1800" b="1" i="0">
                <a:solidFill>
                  <a:schemeClr val="bg1"/>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dirty="0"/>
              <a:t>Presentation Title</a:t>
            </a:r>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‹nr.›</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ysClr val="window" lastClr="FFFFFF"/>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1">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rgbClr val="44678D"/>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75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bg1"/>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lvl1pPr>
          </a:lstStyle>
          <a:p>
            <a:r>
              <a:rPr lang="en-GB"/>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p>
            <a:r>
              <a:rPr lang="en-US" noProof="0" dirty="0"/>
              <a:t>Presentation Title</a:t>
            </a:r>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p>
            <a:fld id="{47FEACEE-25B4-4A2D-B147-27296E36371D}" type="slidenum">
              <a:rPr lang="en-US" altLang="zh-CN" noProof="0" smtClean="0"/>
              <a:pPr/>
              <a:t>‹nr.›</a:t>
            </a:fld>
            <a:endParaRPr lang="en-US" altLang="zh-CN" noProof="0"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noProof="0"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noProof="0"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tx1"/>
                </a:solidFill>
              </a:defRPr>
            </a:lvl1pPr>
          </a:lstStyle>
          <a:p>
            <a:r>
              <a:rPr lang="en-GB" altLang="zh-CN" noProof="0"/>
              <a:t>Click icon to add picture</a:t>
            </a:r>
            <a:endParaRPr lang="en-US" altLang="zh-CN"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p>
            <a:r>
              <a:rPr lang="en-GB" noProof="0"/>
              <a:t>Click to edit Master title style</a:t>
            </a:r>
            <a:endParaRPr lang="en-US" noProof="0"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bg1"/>
                </a:solidFill>
              </a:defRPr>
            </a:lvl1pPr>
            <a:lvl2pPr>
              <a:defRPr sz="1000"/>
            </a:lvl2pPr>
            <a:lvl3pPr>
              <a:defRPr sz="900"/>
            </a:lvl3pPr>
            <a:lvl4pPr>
              <a:defRPr sz="800"/>
            </a:lvl4pPr>
            <a:lvl5pPr>
              <a:defRPr sz="800"/>
            </a:lvl5pPr>
          </a:lstStyle>
          <a:p>
            <a:pPr lvl="0"/>
            <a:r>
              <a:rPr lang="en-US" altLang="zh-CN" noProof="0"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bg1"/>
                </a:solidFill>
                <a:latin typeface="+mn-lt"/>
              </a:defRPr>
            </a:lvl1pPr>
            <a:lvl2pPr>
              <a:defRPr sz="1000"/>
            </a:lvl2pPr>
            <a:lvl3pPr>
              <a:defRPr sz="900"/>
            </a:lvl3pPr>
            <a:lvl4pPr>
              <a:defRPr sz="800"/>
            </a:lvl4pPr>
            <a:lvl5pPr>
              <a:defRPr sz="800"/>
            </a:lvl5pPr>
          </a:lstStyle>
          <a:p>
            <a:pPr lvl="0"/>
            <a:r>
              <a:rPr lang="en-US" altLang="zh-CN" noProof="0"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‹nr.›</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bg1"/>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p>
            <a:r>
              <a:rPr lang="en-GB"/>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GB"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GB"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GB"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‹nr.›</a:t>
            </a:fld>
            <a:endParaRPr lang="en-US" altLang="zh-CN" noProof="0"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solidFill>
              <a:schemeClr val="tx1"/>
            </a:solidFill>
          </a:ln>
        </p:spPr>
        <p:txBody>
          <a:bodyPr anchor="ctr">
            <a:noAutofit/>
          </a:bodyPr>
          <a:lstStyle>
            <a:lvl1pPr marL="0" indent="0" algn="ctr">
              <a:buNone/>
              <a:defRPr>
                <a:solidFill>
                  <a:schemeClr val="bg1"/>
                </a:solidFill>
              </a:defRPr>
            </a:lvl1pPr>
          </a:lstStyle>
          <a:p>
            <a:r>
              <a:rPr lang="en-GB"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bg1"/>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p>
            <a:r>
              <a:rPr lang="en-GB"/>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p>
            <a:r>
              <a:rPr lang="en-US" noProof="0" dirty="0"/>
              <a:t>Presentation Title</a:t>
            </a:r>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p>
            <a:fld id="{47FEACEE-25B4-4A2D-B147-27296E36371D}" type="slidenum">
              <a:rPr lang="en-US" altLang="zh-CN" noProof="0" smtClean="0"/>
              <a:pPr/>
              <a:t>‹nr.›</a:t>
            </a:fld>
            <a:endParaRPr lang="en-US" altLang="zh-CN" noProof="0"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bg1"/>
                </a:solidFill>
              </a:defRPr>
            </a:lvl1pPr>
          </a:lstStyle>
          <a:p>
            <a:r>
              <a:rPr lang="en-GB"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bg1"/>
                </a:solidFill>
              </a:defRPr>
            </a:lvl1pPr>
          </a:lstStyle>
          <a:p>
            <a:r>
              <a:rPr lang="en-GB"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bg1"/>
                </a:solidFill>
              </a:defRPr>
            </a:lvl1pPr>
          </a:lstStyle>
          <a:p>
            <a:r>
              <a:rPr lang="en-GB"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bg1"/>
                </a:solidFill>
              </a:defRPr>
            </a:lvl1pPr>
          </a:lstStyle>
          <a:p>
            <a:r>
              <a:rPr lang="en-GB"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p>
            <a:r>
              <a:rPr lang="en-GB"/>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‹nr.›</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GB" noProof="0"/>
              <a:t>Click to edit Master title style</a:t>
            </a:r>
            <a:endParaRPr lang="en-US" noProof="0"/>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r>
              <a:rPr lang="en-US" noProof="0" dirty="0"/>
              <a:t>Presentation Title</a:t>
            </a:r>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sldNum="0" hd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400340" y="1297568"/>
            <a:ext cx="5257793" cy="2057441"/>
          </a:xfrm>
        </p:spPr>
        <p:txBody>
          <a:bodyPr/>
          <a:lstStyle/>
          <a:p>
            <a:pPr algn="l">
              <a:lnSpc>
                <a:spcPct val="100000"/>
              </a:lnSpc>
            </a:pPr>
            <a:r>
              <a:rPr lang="en-NL" sz="5600" dirty="0"/>
              <a:t>Cyber Security</a:t>
            </a:r>
            <a:endParaRPr lang="en-US" sz="5600" b="0" dirty="0"/>
          </a:p>
        </p:txBody>
      </p:sp>
      <p:pic>
        <p:nvPicPr>
          <p:cNvPr id="30" name="Picture placeholder 29">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rotWithShape="1">
          <a:blip r:embed="rId3"/>
          <a:srcRect l="6522" r="6522"/>
          <a:stretch/>
        </p:blipFill>
        <p:spPr>
          <a:xfrm>
            <a:off x="6742557" y="821836"/>
            <a:ext cx="4405503" cy="5066346"/>
          </a:xfr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2" name="Title 6">
            <a:extLst>
              <a:ext uri="{FF2B5EF4-FFF2-40B4-BE49-F238E27FC236}">
                <a16:creationId xmlns:a16="http://schemas.microsoft.com/office/drawing/2014/main" id="{C0F1E7AC-076E-AC7B-640D-89EFDDC02F2A}"/>
              </a:ext>
            </a:extLst>
          </p:cNvPr>
          <p:cNvSpPr txBox="1">
            <a:spLocks/>
          </p:cNvSpPr>
          <p:nvPr/>
        </p:nvSpPr>
        <p:spPr>
          <a:xfrm>
            <a:off x="433432" y="2241145"/>
            <a:ext cx="5257793" cy="20574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r" rtl="1">
              <a:lnSpc>
                <a:spcPct val="100000"/>
              </a:lnSpc>
            </a:pPr>
            <a:r>
              <a:rPr lang="ar-SA" sz="3200" dirty="0"/>
              <a:t>الأمن السيبراني</a:t>
            </a:r>
            <a:r>
              <a:rPr lang="en-NL" sz="3200" dirty="0"/>
              <a:t>  </a:t>
            </a:r>
            <a:endParaRPr lang="en-US" sz="4000" b="0" dirty="0"/>
          </a:p>
        </p:txBody>
      </p:sp>
      <p:sp>
        <p:nvSpPr>
          <p:cNvPr id="3" name="Title 6">
            <a:extLst>
              <a:ext uri="{FF2B5EF4-FFF2-40B4-BE49-F238E27FC236}">
                <a16:creationId xmlns:a16="http://schemas.microsoft.com/office/drawing/2014/main" id="{8B4292DC-8867-69F9-A50E-23001ECEE0C7}"/>
              </a:ext>
            </a:extLst>
          </p:cNvPr>
          <p:cNvSpPr txBox="1">
            <a:spLocks/>
          </p:cNvSpPr>
          <p:nvPr/>
        </p:nvSpPr>
        <p:spPr>
          <a:xfrm>
            <a:off x="1484764" y="2870590"/>
            <a:ext cx="5257793" cy="20574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nSpc>
                <a:spcPct val="100000"/>
              </a:lnSpc>
            </a:pPr>
            <a:r>
              <a:rPr lang="en-NL" sz="2000" b="0" dirty="0">
                <a:solidFill>
                  <a:srgbClr val="FF4F5A"/>
                </a:solidFill>
              </a:rPr>
              <a:t>Ethical Hacker - </a:t>
            </a:r>
            <a:r>
              <a:rPr lang="ar-SA" sz="2000" b="0" dirty="0">
                <a:solidFill>
                  <a:srgbClr val="FF4F5A"/>
                </a:solidFill>
              </a:rPr>
              <a:t>الهكر الأخلاقي</a:t>
            </a:r>
            <a:endParaRPr lang="en-US" b="0" dirty="0">
              <a:solidFill>
                <a:srgbClr val="FF4F5A"/>
              </a:solidFill>
            </a:endParaRPr>
          </a:p>
        </p:txBody>
      </p:sp>
      <p:cxnSp>
        <p:nvCxnSpPr>
          <p:cNvPr id="5" name="Straight Connector 4">
            <a:extLst>
              <a:ext uri="{FF2B5EF4-FFF2-40B4-BE49-F238E27FC236}">
                <a16:creationId xmlns:a16="http://schemas.microsoft.com/office/drawing/2014/main" id="{E1D8B0AE-044B-54B7-880B-2F8A23ADB6AD}"/>
              </a:ext>
            </a:extLst>
          </p:cNvPr>
          <p:cNvCxnSpPr/>
          <p:nvPr/>
        </p:nvCxnSpPr>
        <p:spPr>
          <a:xfrm>
            <a:off x="1428350" y="2861284"/>
            <a:ext cx="4347299" cy="0"/>
          </a:xfrm>
          <a:prstGeom prst="line">
            <a:avLst/>
          </a:prstGeom>
          <a:ln>
            <a:solidFill>
              <a:srgbClr val="FF4F5A"/>
            </a:solidFill>
          </a:ln>
        </p:spPr>
        <p:style>
          <a:lnRef idx="1">
            <a:schemeClr val="accent1"/>
          </a:lnRef>
          <a:fillRef idx="0">
            <a:schemeClr val="accent1"/>
          </a:fillRef>
          <a:effectRef idx="0">
            <a:schemeClr val="accent1"/>
          </a:effectRef>
          <a:fontRef idx="minor">
            <a:schemeClr val="tx1"/>
          </a:fontRef>
        </p:style>
      </p:cxnSp>
      <p:pic>
        <p:nvPicPr>
          <p:cNvPr id="1026" name="Picture 2" descr="Cyber security  illustration concept with characters.">
            <a:extLst>
              <a:ext uri="{FF2B5EF4-FFF2-40B4-BE49-F238E27FC236}">
                <a16:creationId xmlns:a16="http://schemas.microsoft.com/office/drawing/2014/main" id="{172B58D8-74FF-2249-5B97-3EFA0AB65CE0}"/>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11733" b="8644"/>
          <a:stretch/>
        </p:blipFill>
        <p:spPr bwMode="auto">
          <a:xfrm>
            <a:off x="6499809" y="4429690"/>
            <a:ext cx="1162212" cy="92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537DC-123B-B10F-D816-A91AD67E7CE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FE5B2BD-9E00-2D1D-454E-D4533AD40136}"/>
              </a:ext>
            </a:extLst>
          </p:cNvPr>
          <p:cNvSpPr>
            <a:spLocks noGrp="1"/>
          </p:cNvSpPr>
          <p:nvPr>
            <p:ph type="title"/>
          </p:nvPr>
        </p:nvSpPr>
        <p:spPr>
          <a:xfrm>
            <a:off x="1400340" y="1297568"/>
            <a:ext cx="5662933" cy="2057441"/>
          </a:xfrm>
        </p:spPr>
        <p:txBody>
          <a:bodyPr/>
          <a:lstStyle/>
          <a:p>
            <a:pPr algn="l">
              <a:lnSpc>
                <a:spcPct val="100000"/>
              </a:lnSpc>
            </a:pPr>
            <a:r>
              <a:rPr lang="nl-NL" sz="4000" dirty="0" err="1"/>
              <a:t>What</a:t>
            </a:r>
            <a:r>
              <a:rPr lang="nl-NL" sz="4000" dirty="0"/>
              <a:t> is cyber security?</a:t>
            </a:r>
            <a:endParaRPr lang="en-US" sz="4000" b="0" dirty="0"/>
          </a:p>
        </p:txBody>
      </p:sp>
      <p:pic>
        <p:nvPicPr>
          <p:cNvPr id="30" name="Picture placeholder 29">
            <a:extLst>
              <a:ext uri="{FF2B5EF4-FFF2-40B4-BE49-F238E27FC236}">
                <a16:creationId xmlns:a16="http://schemas.microsoft.com/office/drawing/2014/main" id="{3B185082-B4E7-8A91-2C32-08A5F19383CD}"/>
              </a:ext>
            </a:extLst>
          </p:cNvPr>
          <p:cNvPicPr>
            <a:picLocks noGrp="1" noChangeAspect="1"/>
          </p:cNvPicPr>
          <p:nvPr>
            <p:ph type="pic" sz="quarter" idx="47"/>
          </p:nvPr>
        </p:nvPicPr>
        <p:blipFill rotWithShape="1">
          <a:blip r:embed="rId3"/>
          <a:srcRect l="6522" r="6522"/>
          <a:stretch/>
        </p:blipFill>
        <p:spPr>
          <a:xfrm>
            <a:off x="7069623" y="895827"/>
            <a:ext cx="4405503" cy="5066346"/>
          </a:xfrm>
        </p:spPr>
      </p:pic>
      <p:pic>
        <p:nvPicPr>
          <p:cNvPr id="12" name="Shape 31">
            <a:extLst>
              <a:ext uri="{FF2B5EF4-FFF2-40B4-BE49-F238E27FC236}">
                <a16:creationId xmlns:a16="http://schemas.microsoft.com/office/drawing/2014/main" id="{541A7827-6371-AD91-C821-2F0B313796D0}"/>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t="2555" b="2555"/>
          <a:stretch>
            <a:fillRect/>
          </a:stretch>
        </p:blipFill>
        <p:spPr>
          <a:xfrm>
            <a:off x="6284314" y="4165353"/>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3" name="Shape 33">
            <a:extLst>
              <a:ext uri="{FF2B5EF4-FFF2-40B4-BE49-F238E27FC236}">
                <a16:creationId xmlns:a16="http://schemas.microsoft.com/office/drawing/2014/main" id="{305F0539-61F2-32C8-CE23-1C4330EE615E}"/>
              </a:ex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2" name="Title 6">
            <a:extLst>
              <a:ext uri="{FF2B5EF4-FFF2-40B4-BE49-F238E27FC236}">
                <a16:creationId xmlns:a16="http://schemas.microsoft.com/office/drawing/2014/main" id="{DC9D69C6-EC47-C010-3112-6FCEDA31537A}"/>
              </a:ext>
            </a:extLst>
          </p:cNvPr>
          <p:cNvSpPr txBox="1">
            <a:spLocks/>
          </p:cNvSpPr>
          <p:nvPr/>
        </p:nvSpPr>
        <p:spPr>
          <a:xfrm>
            <a:off x="1191059" y="2296268"/>
            <a:ext cx="5257793" cy="20574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r" rtl="1">
              <a:lnSpc>
                <a:spcPct val="100000"/>
              </a:lnSpc>
            </a:pPr>
            <a:r>
              <a:rPr lang="ar-SA" sz="3200" dirty="0"/>
              <a:t>ما هو الأمن السيبراني؟</a:t>
            </a:r>
            <a:endParaRPr lang="en-US" sz="4000" b="0" dirty="0"/>
          </a:p>
        </p:txBody>
      </p:sp>
      <p:sp>
        <p:nvSpPr>
          <p:cNvPr id="3" name="Title 6">
            <a:extLst>
              <a:ext uri="{FF2B5EF4-FFF2-40B4-BE49-F238E27FC236}">
                <a16:creationId xmlns:a16="http://schemas.microsoft.com/office/drawing/2014/main" id="{2362383E-11DA-E883-38C1-591C1C998109}"/>
              </a:ext>
            </a:extLst>
          </p:cNvPr>
          <p:cNvSpPr txBox="1">
            <a:spLocks/>
          </p:cNvSpPr>
          <p:nvPr/>
        </p:nvSpPr>
        <p:spPr>
          <a:xfrm>
            <a:off x="1484764" y="2673919"/>
            <a:ext cx="5257793" cy="205744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nSpc>
                <a:spcPct val="100000"/>
              </a:lnSpc>
            </a:pPr>
            <a:endParaRPr lang="en-US" b="0" dirty="0">
              <a:solidFill>
                <a:srgbClr val="FF4F5A"/>
              </a:solidFill>
            </a:endParaRPr>
          </a:p>
        </p:txBody>
      </p:sp>
      <p:cxnSp>
        <p:nvCxnSpPr>
          <p:cNvPr id="5" name="Straight Connector 4">
            <a:extLst>
              <a:ext uri="{FF2B5EF4-FFF2-40B4-BE49-F238E27FC236}">
                <a16:creationId xmlns:a16="http://schemas.microsoft.com/office/drawing/2014/main" id="{F1D7B772-D2A6-D7BD-00C2-C0A86C217B22}"/>
              </a:ext>
            </a:extLst>
          </p:cNvPr>
          <p:cNvCxnSpPr>
            <a:cxnSpLocks/>
          </p:cNvCxnSpPr>
          <p:nvPr/>
        </p:nvCxnSpPr>
        <p:spPr>
          <a:xfrm>
            <a:off x="1428350" y="2861284"/>
            <a:ext cx="4963119" cy="0"/>
          </a:xfrm>
          <a:prstGeom prst="line">
            <a:avLst/>
          </a:prstGeom>
          <a:ln>
            <a:solidFill>
              <a:srgbClr val="FF4F5A"/>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92547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DC6E6-95E6-8623-B957-1540FD5FBD81}"/>
            </a:ext>
          </a:extLst>
        </p:cNvPr>
        <p:cNvGrpSpPr/>
        <p:nvPr/>
      </p:nvGrpSpPr>
      <p:grpSpPr>
        <a:xfrm>
          <a:off x="0" y="0"/>
          <a:ext cx="0" cy="0"/>
          <a:chOff x="0" y="0"/>
          <a:chExt cx="0" cy="0"/>
        </a:xfrm>
      </p:grpSpPr>
      <p:sp>
        <p:nvSpPr>
          <p:cNvPr id="9" name="Slide Number Placeholder 13">
            <a:extLst>
              <a:ext uri="{FF2B5EF4-FFF2-40B4-BE49-F238E27FC236}">
                <a16:creationId xmlns:a16="http://schemas.microsoft.com/office/drawing/2014/main" id="{4700D205-6E9D-F535-B7C5-3B2CD8ADD14C}"/>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u="none" strike="noStrike" kern="1200" cap="none" spc="0" normalizeH="0" baseline="0" dirty="0">
              <a:ln>
                <a:noFill/>
              </a:ln>
              <a:solidFill>
                <a:schemeClr val="bg1"/>
              </a:solidFill>
              <a:effectLst/>
              <a:uLnTx/>
              <a:uFillTx/>
            </a:endParaRPr>
          </a:p>
        </p:txBody>
      </p:sp>
      <p:sp>
        <p:nvSpPr>
          <p:cNvPr id="10" name="Title 4">
            <a:extLst>
              <a:ext uri="{FF2B5EF4-FFF2-40B4-BE49-F238E27FC236}">
                <a16:creationId xmlns:a16="http://schemas.microsoft.com/office/drawing/2014/main" id="{D6BB11BC-840E-EE1A-FF98-223689FA0705}"/>
              </a:ext>
            </a:extLst>
          </p:cNvPr>
          <p:cNvSpPr txBox="1">
            <a:spLocks/>
          </p:cNvSpPr>
          <p:nvPr/>
        </p:nvSpPr>
        <p:spPr>
          <a:xfrm>
            <a:off x="4597245" y="1079421"/>
            <a:ext cx="7443478" cy="33582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ctr" rtl="1"/>
            <a:r>
              <a:rPr lang="ar-SA" sz="2400" b="0" dirty="0"/>
              <a:t>الأمن السيبراني هو التعاون بين الأشخاص والعمليات والتقنيات بهدف حماية المنظمات والأفراد والشبكات من الهجمات الكتروني.</a:t>
            </a:r>
          </a:p>
        </p:txBody>
      </p:sp>
      <p:pic>
        <p:nvPicPr>
          <p:cNvPr id="12" name="Picture 11">
            <a:extLst>
              <a:ext uri="{FF2B5EF4-FFF2-40B4-BE49-F238E27FC236}">
                <a16:creationId xmlns:a16="http://schemas.microsoft.com/office/drawing/2014/main" id="{A044B65F-4F3E-16F2-132A-A3DC2B993DA7}"/>
              </a:ext>
            </a:extLst>
          </p:cNvPr>
          <p:cNvPicPr>
            <a:picLocks noChangeAspect="1"/>
          </p:cNvPicPr>
          <p:nvPr/>
        </p:nvPicPr>
        <p:blipFill>
          <a:blip r:embed="rId3"/>
          <a:srcRect t="6434"/>
          <a:stretch/>
        </p:blipFill>
        <p:spPr>
          <a:xfrm>
            <a:off x="237520" y="3507980"/>
            <a:ext cx="6102219" cy="1859355"/>
          </a:xfrm>
          <a:prstGeom prst="rect">
            <a:avLst/>
          </a:prstGeom>
        </p:spPr>
      </p:pic>
      <p:sp>
        <p:nvSpPr>
          <p:cNvPr id="17" name="Title 4">
            <a:extLst>
              <a:ext uri="{FF2B5EF4-FFF2-40B4-BE49-F238E27FC236}">
                <a16:creationId xmlns:a16="http://schemas.microsoft.com/office/drawing/2014/main" id="{A6B8E8CA-BF7E-2BE1-A074-0DC7044B4E77}"/>
              </a:ext>
            </a:extLst>
          </p:cNvPr>
          <p:cNvSpPr txBox="1">
            <a:spLocks/>
          </p:cNvSpPr>
          <p:nvPr/>
        </p:nvSpPr>
        <p:spPr>
          <a:xfrm>
            <a:off x="237522" y="58541"/>
            <a:ext cx="7834352"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r>
              <a:rPr lang="nl-NL"/>
              <a:t>What is cyber security?</a:t>
            </a:r>
            <a:endParaRPr lang="en-US" dirty="0"/>
          </a:p>
        </p:txBody>
      </p:sp>
      <p:sp>
        <p:nvSpPr>
          <p:cNvPr id="19" name="Text Placeholder 19">
            <a:extLst>
              <a:ext uri="{FF2B5EF4-FFF2-40B4-BE49-F238E27FC236}">
                <a16:creationId xmlns:a16="http://schemas.microsoft.com/office/drawing/2014/main" id="{B6427214-DCE9-1AA9-3FD8-7CE1F799D4A1}"/>
              </a:ext>
            </a:extLst>
          </p:cNvPr>
          <p:cNvSpPr txBox="1">
            <a:spLocks/>
          </p:cNvSpPr>
          <p:nvPr/>
        </p:nvSpPr>
        <p:spPr>
          <a:xfrm>
            <a:off x="484632" y="1299062"/>
            <a:ext cx="4260180" cy="129453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5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r>
              <a:rPr lang="ar-SA" sz="3600"/>
              <a:t>ما هو الأمن السيبراني؟</a:t>
            </a:r>
            <a:endParaRPr lang="en-US" sz="4400"/>
          </a:p>
          <a:p>
            <a:endParaRPr lang="en-US" dirty="0"/>
          </a:p>
        </p:txBody>
      </p:sp>
      <p:cxnSp>
        <p:nvCxnSpPr>
          <p:cNvPr id="21" name="Straight Connector 20">
            <a:extLst>
              <a:ext uri="{FF2B5EF4-FFF2-40B4-BE49-F238E27FC236}">
                <a16:creationId xmlns:a16="http://schemas.microsoft.com/office/drawing/2014/main" id="{E9AFA263-96CF-3451-E8CE-40685DE01743}"/>
              </a:ext>
            </a:extLst>
          </p:cNvPr>
          <p:cNvCxnSpPr>
            <a:cxnSpLocks/>
          </p:cNvCxnSpPr>
          <p:nvPr/>
        </p:nvCxnSpPr>
        <p:spPr>
          <a:xfrm>
            <a:off x="266097" y="1158836"/>
            <a:ext cx="5420328" cy="0"/>
          </a:xfrm>
          <a:prstGeom prst="line">
            <a:avLst/>
          </a:prstGeom>
          <a:ln w="19050">
            <a:solidFill>
              <a:srgbClr val="FF4F5A"/>
            </a:solidFill>
          </a:ln>
        </p:spPr>
        <p:style>
          <a:lnRef idx="1">
            <a:schemeClr val="accent1"/>
          </a:lnRef>
          <a:fillRef idx="0">
            <a:schemeClr val="accent1"/>
          </a:fillRef>
          <a:effectRef idx="0">
            <a:schemeClr val="accent1"/>
          </a:effectRef>
          <a:fontRef idx="minor">
            <a:schemeClr val="tx1"/>
          </a:fontRef>
        </p:style>
      </p:cxnSp>
      <p:sp>
        <p:nvSpPr>
          <p:cNvPr id="3" name="Tekstvak 2">
            <a:extLst>
              <a:ext uri="{FF2B5EF4-FFF2-40B4-BE49-F238E27FC236}">
                <a16:creationId xmlns:a16="http://schemas.microsoft.com/office/drawing/2014/main" id="{61616815-C49A-47BE-6604-8262DF940007}"/>
              </a:ext>
            </a:extLst>
          </p:cNvPr>
          <p:cNvSpPr txBox="1"/>
          <p:nvPr/>
        </p:nvSpPr>
        <p:spPr>
          <a:xfrm>
            <a:off x="237522" y="5541627"/>
            <a:ext cx="6102220" cy="923330"/>
          </a:xfrm>
          <a:prstGeom prst="rect">
            <a:avLst/>
          </a:prstGeom>
          <a:noFill/>
        </p:spPr>
        <p:txBody>
          <a:bodyPr wrap="square">
            <a:spAutoFit/>
          </a:bodyPr>
          <a:lstStyle/>
          <a:p>
            <a:pPr>
              <a:buNone/>
            </a:pPr>
            <a:r>
              <a:rPr lang="en-GB" b="1" dirty="0">
                <a:solidFill>
                  <a:schemeClr val="bg1"/>
                </a:solidFill>
              </a:rPr>
              <a:t>Cybersecurity is the work between people, processes, and technology to protect organizations, individuals, and networks from cyber attacks.</a:t>
            </a:r>
            <a:endParaRPr lang="en-GB" dirty="0">
              <a:solidFill>
                <a:schemeClr val="bg1"/>
              </a:solidFill>
            </a:endParaRPr>
          </a:p>
        </p:txBody>
      </p:sp>
    </p:spTree>
    <p:extLst>
      <p:ext uri="{BB962C8B-B14F-4D97-AF65-F5344CB8AC3E}">
        <p14:creationId xmlns:p14="http://schemas.microsoft.com/office/powerpoint/2010/main" val="3384875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A832B-5C5A-FA07-852D-7942657C03A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72D73060-BE4F-446D-4ECE-8BD9EFF6AF1B}"/>
              </a:ext>
            </a:extLst>
          </p:cNvPr>
          <p:cNvSpPr>
            <a:spLocks noGrp="1"/>
          </p:cNvSpPr>
          <p:nvPr>
            <p:ph type="title"/>
          </p:nvPr>
        </p:nvSpPr>
        <p:spPr>
          <a:xfrm>
            <a:off x="237522" y="363341"/>
            <a:ext cx="7834352" cy="1325563"/>
          </a:xfrm>
        </p:spPr>
        <p:txBody>
          <a:bodyPr/>
          <a:lstStyle/>
          <a:p>
            <a:r>
              <a:rPr lang="nl-NL" dirty="0" err="1"/>
              <a:t>What</a:t>
            </a:r>
            <a:r>
              <a:rPr lang="nl-NL" dirty="0"/>
              <a:t> is cyber security?</a:t>
            </a:r>
            <a:endParaRPr lang="en-US" dirty="0"/>
          </a:p>
        </p:txBody>
      </p:sp>
      <p:sp>
        <p:nvSpPr>
          <p:cNvPr id="9" name="Slide Number Placeholder 13">
            <a:extLst>
              <a:ext uri="{FF2B5EF4-FFF2-40B4-BE49-F238E27FC236}">
                <a16:creationId xmlns:a16="http://schemas.microsoft.com/office/drawing/2014/main" id="{9EC2A8D3-66BE-9CFF-CA27-D50121653AC1}"/>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u="none" strike="noStrike" kern="1200" cap="none" spc="0" normalizeH="0" baseline="0" dirty="0">
              <a:ln>
                <a:noFill/>
              </a:ln>
              <a:solidFill>
                <a:schemeClr val="bg1"/>
              </a:solidFill>
              <a:effectLst/>
              <a:uLnTx/>
              <a:uFillTx/>
            </a:endParaRPr>
          </a:p>
        </p:txBody>
      </p:sp>
      <p:cxnSp>
        <p:nvCxnSpPr>
          <p:cNvPr id="2" name="Straight Connector 1">
            <a:extLst>
              <a:ext uri="{FF2B5EF4-FFF2-40B4-BE49-F238E27FC236}">
                <a16:creationId xmlns:a16="http://schemas.microsoft.com/office/drawing/2014/main" id="{06B03738-6D2E-A140-024D-916A8DA2220D}"/>
              </a:ext>
            </a:extLst>
          </p:cNvPr>
          <p:cNvCxnSpPr>
            <a:cxnSpLocks/>
          </p:cNvCxnSpPr>
          <p:nvPr/>
        </p:nvCxnSpPr>
        <p:spPr>
          <a:xfrm>
            <a:off x="266097" y="1463636"/>
            <a:ext cx="5420328" cy="0"/>
          </a:xfrm>
          <a:prstGeom prst="line">
            <a:avLst/>
          </a:prstGeom>
          <a:ln w="19050">
            <a:solidFill>
              <a:srgbClr val="FF4F5A"/>
            </a:solidFill>
          </a:ln>
        </p:spPr>
        <p:style>
          <a:lnRef idx="1">
            <a:schemeClr val="accent1"/>
          </a:lnRef>
          <a:fillRef idx="0">
            <a:schemeClr val="accent1"/>
          </a:fillRef>
          <a:effectRef idx="0">
            <a:schemeClr val="accent1"/>
          </a:effectRef>
          <a:fontRef idx="minor">
            <a:schemeClr val="tx1"/>
          </a:fontRef>
        </p:style>
      </p:cxnSp>
      <p:sp>
        <p:nvSpPr>
          <p:cNvPr id="10" name="Title 4">
            <a:extLst>
              <a:ext uri="{FF2B5EF4-FFF2-40B4-BE49-F238E27FC236}">
                <a16:creationId xmlns:a16="http://schemas.microsoft.com/office/drawing/2014/main" id="{34804F64-B80B-8643-2CB5-FE836F201942}"/>
              </a:ext>
            </a:extLst>
          </p:cNvPr>
          <p:cNvSpPr txBox="1">
            <a:spLocks/>
          </p:cNvSpPr>
          <p:nvPr/>
        </p:nvSpPr>
        <p:spPr>
          <a:xfrm>
            <a:off x="-403230" y="2374585"/>
            <a:ext cx="12179309" cy="33582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r" rtl="1"/>
            <a:r>
              <a:rPr lang="ar-SA" sz="2400" b="0" dirty="0"/>
              <a:t>يشمل تقنيات مثل جدران الحماية، التشفير، واختبار الاختراق، والتي تعمل معًا لتأمين الأنظمة ضد أي تهديدات محتملة.</a:t>
            </a:r>
            <a:endParaRPr lang="en-US" sz="2400" b="0" dirty="0"/>
          </a:p>
        </p:txBody>
      </p:sp>
      <p:pic>
        <p:nvPicPr>
          <p:cNvPr id="7" name="Picture 6">
            <a:extLst>
              <a:ext uri="{FF2B5EF4-FFF2-40B4-BE49-F238E27FC236}">
                <a16:creationId xmlns:a16="http://schemas.microsoft.com/office/drawing/2014/main" id="{96E65CF9-5743-A440-F0C1-6326D4FB0BE2}"/>
              </a:ext>
            </a:extLst>
          </p:cNvPr>
          <p:cNvPicPr>
            <a:picLocks noChangeAspect="1"/>
          </p:cNvPicPr>
          <p:nvPr/>
        </p:nvPicPr>
        <p:blipFill>
          <a:blip r:embed="rId3"/>
          <a:srcRect t="53520"/>
          <a:stretch/>
        </p:blipFill>
        <p:spPr>
          <a:xfrm>
            <a:off x="12691" y="4388562"/>
            <a:ext cx="12179309" cy="1736013"/>
          </a:xfrm>
          <a:prstGeom prst="rect">
            <a:avLst/>
          </a:prstGeom>
        </p:spPr>
      </p:pic>
      <p:sp>
        <p:nvSpPr>
          <p:cNvPr id="4" name="Tekstvak 3">
            <a:extLst>
              <a:ext uri="{FF2B5EF4-FFF2-40B4-BE49-F238E27FC236}">
                <a16:creationId xmlns:a16="http://schemas.microsoft.com/office/drawing/2014/main" id="{EF9F5667-DA06-62B7-79BE-08D851A96A6A}"/>
              </a:ext>
            </a:extLst>
          </p:cNvPr>
          <p:cNvSpPr txBox="1"/>
          <p:nvPr/>
        </p:nvSpPr>
        <p:spPr>
          <a:xfrm>
            <a:off x="0" y="6228950"/>
            <a:ext cx="12452111" cy="338554"/>
          </a:xfrm>
          <a:prstGeom prst="rect">
            <a:avLst/>
          </a:prstGeom>
          <a:noFill/>
        </p:spPr>
        <p:txBody>
          <a:bodyPr wrap="square">
            <a:spAutoFit/>
          </a:bodyPr>
          <a:lstStyle/>
          <a:p>
            <a:pPr>
              <a:buNone/>
            </a:pPr>
            <a:r>
              <a:rPr lang="en-GB" sz="1600" dirty="0">
                <a:solidFill>
                  <a:schemeClr val="bg1"/>
                </a:solidFill>
              </a:rPr>
              <a:t>It includes technologies like firewalls, encryption, and penetration testing. These work together to keep systems safe from possible threats.</a:t>
            </a:r>
          </a:p>
        </p:txBody>
      </p:sp>
    </p:spTree>
    <p:extLst>
      <p:ext uri="{BB962C8B-B14F-4D97-AF65-F5344CB8AC3E}">
        <p14:creationId xmlns:p14="http://schemas.microsoft.com/office/powerpoint/2010/main" val="20046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43E87-AC04-6B18-FD13-479A144879E6}"/>
            </a:ext>
          </a:extLst>
        </p:cNvPr>
        <p:cNvGrpSpPr/>
        <p:nvPr/>
      </p:nvGrpSpPr>
      <p:grpSpPr>
        <a:xfrm>
          <a:off x="0" y="0"/>
          <a:ext cx="0" cy="0"/>
          <a:chOff x="0" y="0"/>
          <a:chExt cx="0" cy="0"/>
        </a:xfrm>
      </p:grpSpPr>
      <p:sp>
        <p:nvSpPr>
          <p:cNvPr id="9" name="Slide Number Placeholder 13">
            <a:extLst>
              <a:ext uri="{FF2B5EF4-FFF2-40B4-BE49-F238E27FC236}">
                <a16:creationId xmlns:a16="http://schemas.microsoft.com/office/drawing/2014/main" id="{0DB2FE32-DE70-F640-BA03-F97B0424E7FB}"/>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u="none" strike="noStrike" kern="1200" cap="none" spc="0" normalizeH="0" baseline="0" dirty="0">
              <a:ln>
                <a:noFill/>
              </a:ln>
              <a:solidFill>
                <a:schemeClr val="bg1"/>
              </a:solidFill>
              <a:effectLst/>
              <a:uLnTx/>
              <a:uFillTx/>
            </a:endParaRPr>
          </a:p>
        </p:txBody>
      </p:sp>
      <p:sp>
        <p:nvSpPr>
          <p:cNvPr id="10" name="Title 4">
            <a:extLst>
              <a:ext uri="{FF2B5EF4-FFF2-40B4-BE49-F238E27FC236}">
                <a16:creationId xmlns:a16="http://schemas.microsoft.com/office/drawing/2014/main" id="{DDC44263-A2FB-4CDE-C063-7CAE80FE5B55}"/>
              </a:ext>
            </a:extLst>
          </p:cNvPr>
          <p:cNvSpPr txBox="1">
            <a:spLocks/>
          </p:cNvSpPr>
          <p:nvPr/>
        </p:nvSpPr>
        <p:spPr>
          <a:xfrm>
            <a:off x="5114093" y="1893500"/>
            <a:ext cx="6705912" cy="33582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ctr" rtl="1"/>
            <a:r>
              <a:rPr lang="ar-SA" sz="2400" dirty="0"/>
              <a:t>تعلم الأمن السيبراني مهم لأننا نعيش في عالم يعتمد على الإنترنت بشكل كبير. كل يوم، نحن نشارك معلوماتنا على الإنترنت، سواء عند التسوق، أو التحدث مع الأصدقاء، أو العمل. </a:t>
            </a:r>
          </a:p>
        </p:txBody>
      </p:sp>
      <p:sp>
        <p:nvSpPr>
          <p:cNvPr id="17" name="Title 4">
            <a:extLst>
              <a:ext uri="{FF2B5EF4-FFF2-40B4-BE49-F238E27FC236}">
                <a16:creationId xmlns:a16="http://schemas.microsoft.com/office/drawing/2014/main" id="{7803E920-FB3F-AC8B-422C-CA3BFBD58244}"/>
              </a:ext>
            </a:extLst>
          </p:cNvPr>
          <p:cNvSpPr txBox="1">
            <a:spLocks/>
          </p:cNvSpPr>
          <p:nvPr/>
        </p:nvSpPr>
        <p:spPr>
          <a:xfrm>
            <a:off x="237521" y="58541"/>
            <a:ext cx="9753145"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r>
              <a:rPr lang="en-US" dirty="0"/>
              <a:t>Why Should You Learn Cybersecurity?</a:t>
            </a:r>
          </a:p>
        </p:txBody>
      </p:sp>
      <p:sp>
        <p:nvSpPr>
          <p:cNvPr id="19" name="Text Placeholder 19">
            <a:extLst>
              <a:ext uri="{FF2B5EF4-FFF2-40B4-BE49-F238E27FC236}">
                <a16:creationId xmlns:a16="http://schemas.microsoft.com/office/drawing/2014/main" id="{B16C2296-813B-29C8-D036-269E2999889A}"/>
              </a:ext>
            </a:extLst>
          </p:cNvPr>
          <p:cNvSpPr txBox="1">
            <a:spLocks/>
          </p:cNvSpPr>
          <p:nvPr/>
        </p:nvSpPr>
        <p:spPr>
          <a:xfrm>
            <a:off x="2201334" y="1345434"/>
            <a:ext cx="6898301" cy="129453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5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r>
              <a:rPr lang="ar-SA" sz="4000" dirty="0"/>
              <a:t>لماذا يجب عليك تعلم الأمن السيبراني؟</a:t>
            </a:r>
            <a:endParaRPr lang="en-US" dirty="0"/>
          </a:p>
        </p:txBody>
      </p:sp>
      <p:cxnSp>
        <p:nvCxnSpPr>
          <p:cNvPr id="21" name="Straight Connector 20">
            <a:extLst>
              <a:ext uri="{FF2B5EF4-FFF2-40B4-BE49-F238E27FC236}">
                <a16:creationId xmlns:a16="http://schemas.microsoft.com/office/drawing/2014/main" id="{C5B05963-92D5-1A90-117A-0F6EE453276E}"/>
              </a:ext>
            </a:extLst>
          </p:cNvPr>
          <p:cNvCxnSpPr>
            <a:cxnSpLocks/>
          </p:cNvCxnSpPr>
          <p:nvPr/>
        </p:nvCxnSpPr>
        <p:spPr>
          <a:xfrm>
            <a:off x="266096" y="1158836"/>
            <a:ext cx="8750904" cy="0"/>
          </a:xfrm>
          <a:prstGeom prst="line">
            <a:avLst/>
          </a:prstGeom>
          <a:ln w="38100">
            <a:solidFill>
              <a:srgbClr val="FF4F5A"/>
            </a:solidFill>
          </a:ln>
        </p:spPr>
        <p:style>
          <a:lnRef idx="1">
            <a:schemeClr val="accent1"/>
          </a:lnRef>
          <a:fillRef idx="0">
            <a:schemeClr val="accent1"/>
          </a:fillRef>
          <a:effectRef idx="0">
            <a:schemeClr val="accent1"/>
          </a:effectRef>
          <a:fontRef idx="minor">
            <a:schemeClr val="tx1"/>
          </a:fontRef>
        </p:style>
      </p:cxnSp>
      <p:pic>
        <p:nvPicPr>
          <p:cNvPr id="1026" name="Picture 2" descr="Flat safer internet day background">
            <a:extLst>
              <a:ext uri="{FF2B5EF4-FFF2-40B4-BE49-F238E27FC236}">
                <a16:creationId xmlns:a16="http://schemas.microsoft.com/office/drawing/2014/main" id="{87EAC266-DB6D-02E3-9D60-2342D9FCD7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632" y="2941638"/>
            <a:ext cx="3972714" cy="2646361"/>
          </a:xfrm>
          <a:prstGeom prst="rect">
            <a:avLst/>
          </a:prstGeom>
          <a:noFill/>
          <a:extLst>
            <a:ext uri="{909E8E84-426E-40DD-AFC4-6F175D3DCCD1}">
              <a14:hiddenFill xmlns:a14="http://schemas.microsoft.com/office/drawing/2010/main">
                <a:solidFill>
                  <a:srgbClr val="FFFFFF"/>
                </a:solidFill>
              </a14:hiddenFill>
            </a:ext>
          </a:extLst>
        </p:spPr>
      </p:pic>
      <p:sp>
        <p:nvSpPr>
          <p:cNvPr id="3" name="Tekstvak 2">
            <a:extLst>
              <a:ext uri="{FF2B5EF4-FFF2-40B4-BE49-F238E27FC236}">
                <a16:creationId xmlns:a16="http://schemas.microsoft.com/office/drawing/2014/main" id="{ACAB112F-4888-94C6-EB34-F4A2E9FB9F52}"/>
              </a:ext>
            </a:extLst>
          </p:cNvPr>
          <p:cNvSpPr txBox="1"/>
          <p:nvPr/>
        </p:nvSpPr>
        <p:spPr>
          <a:xfrm>
            <a:off x="5226730" y="4664669"/>
            <a:ext cx="6593275" cy="923330"/>
          </a:xfrm>
          <a:prstGeom prst="rect">
            <a:avLst/>
          </a:prstGeom>
          <a:noFill/>
        </p:spPr>
        <p:txBody>
          <a:bodyPr wrap="square">
            <a:spAutoFit/>
          </a:bodyPr>
          <a:lstStyle/>
          <a:p>
            <a:r>
              <a:rPr lang="nl-NL" dirty="0">
                <a:solidFill>
                  <a:schemeClr val="bg1"/>
                </a:solidFill>
              </a:rPr>
              <a:t>Learning cybersecurity is important </a:t>
            </a:r>
            <a:r>
              <a:rPr lang="nl-NL" dirty="0" err="1">
                <a:solidFill>
                  <a:schemeClr val="bg1"/>
                </a:solidFill>
              </a:rPr>
              <a:t>because</a:t>
            </a:r>
            <a:r>
              <a:rPr lang="nl-NL" dirty="0">
                <a:solidFill>
                  <a:schemeClr val="bg1"/>
                </a:solidFill>
              </a:rPr>
              <a:t> we live in a </a:t>
            </a:r>
            <a:r>
              <a:rPr lang="nl-NL" dirty="0" err="1">
                <a:solidFill>
                  <a:schemeClr val="bg1"/>
                </a:solidFill>
              </a:rPr>
              <a:t>world</a:t>
            </a:r>
            <a:r>
              <a:rPr lang="nl-NL" dirty="0">
                <a:solidFill>
                  <a:schemeClr val="bg1"/>
                </a:solidFill>
              </a:rPr>
              <a:t> </a:t>
            </a:r>
            <a:r>
              <a:rPr lang="nl-NL" dirty="0" err="1">
                <a:solidFill>
                  <a:schemeClr val="bg1"/>
                </a:solidFill>
              </a:rPr>
              <a:t>that</a:t>
            </a:r>
            <a:r>
              <a:rPr lang="nl-NL" dirty="0">
                <a:solidFill>
                  <a:schemeClr val="bg1"/>
                </a:solidFill>
              </a:rPr>
              <a:t> </a:t>
            </a:r>
            <a:r>
              <a:rPr lang="nl-NL" dirty="0" err="1">
                <a:solidFill>
                  <a:schemeClr val="bg1"/>
                </a:solidFill>
              </a:rPr>
              <a:t>depends</a:t>
            </a:r>
            <a:r>
              <a:rPr lang="nl-NL" dirty="0">
                <a:solidFill>
                  <a:schemeClr val="bg1"/>
                </a:solidFill>
              </a:rPr>
              <a:t> a lot on </a:t>
            </a:r>
            <a:r>
              <a:rPr lang="nl-NL" dirty="0" err="1">
                <a:solidFill>
                  <a:schemeClr val="bg1"/>
                </a:solidFill>
              </a:rPr>
              <a:t>the</a:t>
            </a:r>
            <a:r>
              <a:rPr lang="nl-NL" dirty="0">
                <a:solidFill>
                  <a:schemeClr val="bg1"/>
                </a:solidFill>
              </a:rPr>
              <a:t> internet. Every </a:t>
            </a:r>
            <a:r>
              <a:rPr lang="nl-NL" dirty="0" err="1">
                <a:solidFill>
                  <a:schemeClr val="bg1"/>
                </a:solidFill>
              </a:rPr>
              <a:t>day</a:t>
            </a:r>
            <a:r>
              <a:rPr lang="nl-NL" dirty="0">
                <a:solidFill>
                  <a:schemeClr val="bg1"/>
                </a:solidFill>
              </a:rPr>
              <a:t>, we share </a:t>
            </a:r>
            <a:r>
              <a:rPr lang="nl-NL" dirty="0" err="1">
                <a:solidFill>
                  <a:schemeClr val="bg1"/>
                </a:solidFill>
              </a:rPr>
              <a:t>our</a:t>
            </a:r>
            <a:r>
              <a:rPr lang="nl-NL" dirty="0">
                <a:solidFill>
                  <a:schemeClr val="bg1"/>
                </a:solidFill>
              </a:rPr>
              <a:t> information online </a:t>
            </a:r>
            <a:r>
              <a:rPr lang="nl-NL" dirty="0" err="1">
                <a:solidFill>
                  <a:schemeClr val="bg1"/>
                </a:solidFill>
              </a:rPr>
              <a:t>when</a:t>
            </a:r>
            <a:r>
              <a:rPr lang="nl-NL" dirty="0">
                <a:solidFill>
                  <a:schemeClr val="bg1"/>
                </a:solidFill>
              </a:rPr>
              <a:t> we shop, talk </a:t>
            </a:r>
            <a:r>
              <a:rPr lang="nl-NL" dirty="0" err="1">
                <a:solidFill>
                  <a:schemeClr val="bg1"/>
                </a:solidFill>
              </a:rPr>
              <a:t>to</a:t>
            </a:r>
            <a:r>
              <a:rPr lang="nl-NL" dirty="0">
                <a:solidFill>
                  <a:schemeClr val="bg1"/>
                </a:solidFill>
              </a:rPr>
              <a:t> </a:t>
            </a:r>
            <a:r>
              <a:rPr lang="nl-NL" dirty="0" err="1">
                <a:solidFill>
                  <a:schemeClr val="bg1"/>
                </a:solidFill>
              </a:rPr>
              <a:t>friends</a:t>
            </a:r>
            <a:r>
              <a:rPr lang="nl-NL" dirty="0">
                <a:solidFill>
                  <a:schemeClr val="bg1"/>
                </a:solidFill>
              </a:rPr>
              <a:t>, or </a:t>
            </a:r>
            <a:r>
              <a:rPr lang="nl-NL" dirty="0" err="1">
                <a:solidFill>
                  <a:schemeClr val="bg1"/>
                </a:solidFill>
              </a:rPr>
              <a:t>work</a:t>
            </a:r>
            <a:r>
              <a:rPr lang="nl-NL" dirty="0">
                <a:solidFill>
                  <a:schemeClr val="bg1"/>
                </a:solidFill>
              </a:rPr>
              <a:t>.</a:t>
            </a:r>
          </a:p>
        </p:txBody>
      </p:sp>
    </p:spTree>
    <p:extLst>
      <p:ext uri="{BB962C8B-B14F-4D97-AF65-F5344CB8AC3E}">
        <p14:creationId xmlns:p14="http://schemas.microsoft.com/office/powerpoint/2010/main" val="13367498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31FF3-924F-8384-EF8C-3C3257FEF23F}"/>
            </a:ext>
          </a:extLst>
        </p:cNvPr>
        <p:cNvGrpSpPr/>
        <p:nvPr/>
      </p:nvGrpSpPr>
      <p:grpSpPr>
        <a:xfrm>
          <a:off x="0" y="0"/>
          <a:ext cx="0" cy="0"/>
          <a:chOff x="0" y="0"/>
          <a:chExt cx="0" cy="0"/>
        </a:xfrm>
      </p:grpSpPr>
      <p:sp>
        <p:nvSpPr>
          <p:cNvPr id="9" name="Slide Number Placeholder 13">
            <a:extLst>
              <a:ext uri="{FF2B5EF4-FFF2-40B4-BE49-F238E27FC236}">
                <a16:creationId xmlns:a16="http://schemas.microsoft.com/office/drawing/2014/main" id="{B9FED5D2-F5BA-A01B-987A-02CFDD90C317}"/>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u="none" strike="noStrike" kern="1200" cap="none" spc="0" normalizeH="0" baseline="0" dirty="0">
              <a:ln>
                <a:noFill/>
              </a:ln>
              <a:solidFill>
                <a:schemeClr val="bg1"/>
              </a:solidFill>
              <a:effectLst/>
              <a:uLnTx/>
              <a:uFillTx/>
            </a:endParaRPr>
          </a:p>
        </p:txBody>
      </p:sp>
      <p:sp>
        <p:nvSpPr>
          <p:cNvPr id="10" name="Title 4">
            <a:extLst>
              <a:ext uri="{FF2B5EF4-FFF2-40B4-BE49-F238E27FC236}">
                <a16:creationId xmlns:a16="http://schemas.microsoft.com/office/drawing/2014/main" id="{24AC493D-30FB-2A1E-4DBC-E0891F01EE0B}"/>
              </a:ext>
            </a:extLst>
          </p:cNvPr>
          <p:cNvSpPr txBox="1">
            <a:spLocks/>
          </p:cNvSpPr>
          <p:nvPr/>
        </p:nvSpPr>
        <p:spPr>
          <a:xfrm>
            <a:off x="4599432" y="2445730"/>
            <a:ext cx="7443478" cy="33582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ctr" rtl="1"/>
            <a:r>
              <a:rPr lang="ar-SA" sz="2000" dirty="0"/>
              <a:t>إذا لم نتعلم كيف نحمي هذه المعلومات، يمكن للمتسللين استغلالها أو سرقتها</a:t>
            </a:r>
          </a:p>
        </p:txBody>
      </p:sp>
      <p:sp>
        <p:nvSpPr>
          <p:cNvPr id="17" name="Title 4">
            <a:extLst>
              <a:ext uri="{FF2B5EF4-FFF2-40B4-BE49-F238E27FC236}">
                <a16:creationId xmlns:a16="http://schemas.microsoft.com/office/drawing/2014/main" id="{FB5F0C58-7245-A947-C3C5-5893570F6AAB}"/>
              </a:ext>
            </a:extLst>
          </p:cNvPr>
          <p:cNvSpPr txBox="1">
            <a:spLocks/>
          </p:cNvSpPr>
          <p:nvPr/>
        </p:nvSpPr>
        <p:spPr>
          <a:xfrm>
            <a:off x="237521" y="58541"/>
            <a:ext cx="9753145"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r>
              <a:rPr lang="en-US" dirty="0"/>
              <a:t>Why Should You Learn Cybersecurity?</a:t>
            </a:r>
          </a:p>
        </p:txBody>
      </p:sp>
      <p:sp>
        <p:nvSpPr>
          <p:cNvPr id="19" name="Text Placeholder 19">
            <a:extLst>
              <a:ext uri="{FF2B5EF4-FFF2-40B4-BE49-F238E27FC236}">
                <a16:creationId xmlns:a16="http://schemas.microsoft.com/office/drawing/2014/main" id="{A7E5DD44-0B24-7A41-2168-9C4214D08288}"/>
              </a:ext>
            </a:extLst>
          </p:cNvPr>
          <p:cNvSpPr txBox="1">
            <a:spLocks/>
          </p:cNvSpPr>
          <p:nvPr/>
        </p:nvSpPr>
        <p:spPr>
          <a:xfrm>
            <a:off x="2201334" y="1345434"/>
            <a:ext cx="6898301" cy="129453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5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r>
              <a:rPr lang="ar-SA" sz="4000" dirty="0"/>
              <a:t>لماذا يجب عليك تعلم الأمن السيبراني؟</a:t>
            </a:r>
            <a:endParaRPr lang="en-US" dirty="0"/>
          </a:p>
        </p:txBody>
      </p:sp>
      <p:cxnSp>
        <p:nvCxnSpPr>
          <p:cNvPr id="21" name="Straight Connector 20">
            <a:extLst>
              <a:ext uri="{FF2B5EF4-FFF2-40B4-BE49-F238E27FC236}">
                <a16:creationId xmlns:a16="http://schemas.microsoft.com/office/drawing/2014/main" id="{174FC631-6F1D-81C9-1AC0-1357E17C1A15}"/>
              </a:ext>
            </a:extLst>
          </p:cNvPr>
          <p:cNvCxnSpPr>
            <a:cxnSpLocks/>
          </p:cNvCxnSpPr>
          <p:nvPr/>
        </p:nvCxnSpPr>
        <p:spPr>
          <a:xfrm>
            <a:off x="266096" y="1158836"/>
            <a:ext cx="8750904" cy="0"/>
          </a:xfrm>
          <a:prstGeom prst="line">
            <a:avLst/>
          </a:prstGeom>
          <a:ln w="38100">
            <a:solidFill>
              <a:srgbClr val="FF4F5A"/>
            </a:solidFill>
          </a:ln>
        </p:spPr>
        <p:style>
          <a:lnRef idx="1">
            <a:schemeClr val="accent1"/>
          </a:lnRef>
          <a:fillRef idx="0">
            <a:schemeClr val="accent1"/>
          </a:fillRef>
          <a:effectRef idx="0">
            <a:schemeClr val="accent1"/>
          </a:effectRef>
          <a:fontRef idx="minor">
            <a:schemeClr val="tx1"/>
          </a:fontRef>
        </p:style>
      </p:cxnSp>
      <p:pic>
        <p:nvPicPr>
          <p:cNvPr id="2052" name="Picture 4" descr="Hacker activity concept with man and devices">
            <a:extLst>
              <a:ext uri="{FF2B5EF4-FFF2-40B4-BE49-F238E27FC236}">
                <a16:creationId xmlns:a16="http://schemas.microsoft.com/office/drawing/2014/main" id="{8C7DF4BB-BAA9-D8D1-197F-629A90652C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632" y="3120039"/>
            <a:ext cx="3591660" cy="2392527"/>
          </a:xfrm>
          <a:prstGeom prst="rect">
            <a:avLst/>
          </a:prstGeom>
          <a:noFill/>
          <a:extLst>
            <a:ext uri="{909E8E84-426E-40DD-AFC4-6F175D3DCCD1}">
              <a14:hiddenFill xmlns:a14="http://schemas.microsoft.com/office/drawing/2010/main">
                <a:solidFill>
                  <a:srgbClr val="FFFFFF"/>
                </a:solidFill>
              </a14:hiddenFill>
            </a:ext>
          </a:extLst>
        </p:spPr>
      </p:pic>
      <p:sp>
        <p:nvSpPr>
          <p:cNvPr id="3" name="Tekstvak 2">
            <a:extLst>
              <a:ext uri="{FF2B5EF4-FFF2-40B4-BE49-F238E27FC236}">
                <a16:creationId xmlns:a16="http://schemas.microsoft.com/office/drawing/2014/main" id="{F6806F14-40B1-90ED-1FB7-9109846FDBDA}"/>
              </a:ext>
            </a:extLst>
          </p:cNvPr>
          <p:cNvSpPr txBox="1"/>
          <p:nvPr/>
        </p:nvSpPr>
        <p:spPr>
          <a:xfrm>
            <a:off x="5321245" y="4866235"/>
            <a:ext cx="6102220" cy="646331"/>
          </a:xfrm>
          <a:prstGeom prst="rect">
            <a:avLst/>
          </a:prstGeom>
          <a:noFill/>
        </p:spPr>
        <p:txBody>
          <a:bodyPr wrap="square">
            <a:spAutoFit/>
          </a:bodyPr>
          <a:lstStyle/>
          <a:p>
            <a:r>
              <a:rPr lang="nl-NL" dirty="0" err="1">
                <a:solidFill>
                  <a:schemeClr val="bg1"/>
                </a:solidFill>
              </a:rPr>
              <a:t>If</a:t>
            </a:r>
            <a:r>
              <a:rPr lang="nl-NL" dirty="0">
                <a:solidFill>
                  <a:schemeClr val="bg1"/>
                </a:solidFill>
              </a:rPr>
              <a:t> we </a:t>
            </a:r>
            <a:r>
              <a:rPr lang="nl-NL" dirty="0" err="1">
                <a:solidFill>
                  <a:schemeClr val="bg1"/>
                </a:solidFill>
              </a:rPr>
              <a:t>don’t</a:t>
            </a:r>
            <a:r>
              <a:rPr lang="nl-NL" dirty="0">
                <a:solidFill>
                  <a:schemeClr val="bg1"/>
                </a:solidFill>
              </a:rPr>
              <a:t> </a:t>
            </a:r>
            <a:r>
              <a:rPr lang="nl-NL" dirty="0" err="1">
                <a:solidFill>
                  <a:schemeClr val="bg1"/>
                </a:solidFill>
              </a:rPr>
              <a:t>learn</a:t>
            </a:r>
            <a:r>
              <a:rPr lang="nl-NL" dirty="0">
                <a:solidFill>
                  <a:schemeClr val="bg1"/>
                </a:solidFill>
              </a:rPr>
              <a:t> </a:t>
            </a:r>
            <a:r>
              <a:rPr lang="nl-NL" dirty="0" err="1">
                <a:solidFill>
                  <a:schemeClr val="bg1"/>
                </a:solidFill>
              </a:rPr>
              <a:t>how</a:t>
            </a:r>
            <a:r>
              <a:rPr lang="nl-NL" dirty="0">
                <a:solidFill>
                  <a:schemeClr val="bg1"/>
                </a:solidFill>
              </a:rPr>
              <a:t> </a:t>
            </a:r>
            <a:r>
              <a:rPr lang="nl-NL" dirty="0" err="1">
                <a:solidFill>
                  <a:schemeClr val="bg1"/>
                </a:solidFill>
              </a:rPr>
              <a:t>to</a:t>
            </a:r>
            <a:r>
              <a:rPr lang="nl-NL" dirty="0">
                <a:solidFill>
                  <a:schemeClr val="bg1"/>
                </a:solidFill>
              </a:rPr>
              <a:t> </a:t>
            </a:r>
            <a:r>
              <a:rPr lang="nl-NL" dirty="0" err="1">
                <a:solidFill>
                  <a:schemeClr val="bg1"/>
                </a:solidFill>
              </a:rPr>
              <a:t>protect</a:t>
            </a:r>
            <a:r>
              <a:rPr lang="nl-NL" dirty="0">
                <a:solidFill>
                  <a:schemeClr val="bg1"/>
                </a:solidFill>
              </a:rPr>
              <a:t> </a:t>
            </a:r>
            <a:r>
              <a:rPr lang="nl-NL" dirty="0" err="1">
                <a:solidFill>
                  <a:schemeClr val="bg1"/>
                </a:solidFill>
              </a:rPr>
              <a:t>this</a:t>
            </a:r>
            <a:r>
              <a:rPr lang="nl-NL" dirty="0">
                <a:solidFill>
                  <a:schemeClr val="bg1"/>
                </a:solidFill>
              </a:rPr>
              <a:t> information, hackers </a:t>
            </a:r>
            <a:r>
              <a:rPr lang="nl-NL" dirty="0" err="1">
                <a:solidFill>
                  <a:schemeClr val="bg1"/>
                </a:solidFill>
              </a:rPr>
              <a:t>can</a:t>
            </a:r>
            <a:r>
              <a:rPr lang="nl-NL" dirty="0">
                <a:solidFill>
                  <a:schemeClr val="bg1"/>
                </a:solidFill>
              </a:rPr>
              <a:t> </a:t>
            </a:r>
            <a:r>
              <a:rPr lang="nl-NL" dirty="0" err="1">
                <a:solidFill>
                  <a:schemeClr val="bg1"/>
                </a:solidFill>
              </a:rPr>
              <a:t>use</a:t>
            </a:r>
            <a:r>
              <a:rPr lang="nl-NL" dirty="0">
                <a:solidFill>
                  <a:schemeClr val="bg1"/>
                </a:solidFill>
              </a:rPr>
              <a:t> </a:t>
            </a:r>
            <a:r>
              <a:rPr lang="nl-NL" dirty="0" err="1">
                <a:solidFill>
                  <a:schemeClr val="bg1"/>
                </a:solidFill>
              </a:rPr>
              <a:t>it</a:t>
            </a:r>
            <a:r>
              <a:rPr lang="nl-NL" dirty="0">
                <a:solidFill>
                  <a:schemeClr val="bg1"/>
                </a:solidFill>
              </a:rPr>
              <a:t> or </a:t>
            </a:r>
            <a:r>
              <a:rPr lang="nl-NL" dirty="0" err="1">
                <a:solidFill>
                  <a:schemeClr val="bg1"/>
                </a:solidFill>
              </a:rPr>
              <a:t>steal</a:t>
            </a:r>
            <a:r>
              <a:rPr lang="nl-NL" dirty="0">
                <a:solidFill>
                  <a:schemeClr val="bg1"/>
                </a:solidFill>
              </a:rPr>
              <a:t> it.</a:t>
            </a:r>
          </a:p>
        </p:txBody>
      </p:sp>
    </p:spTree>
    <p:extLst>
      <p:ext uri="{BB962C8B-B14F-4D97-AF65-F5344CB8AC3E}">
        <p14:creationId xmlns:p14="http://schemas.microsoft.com/office/powerpoint/2010/main" val="212649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282B5-3FC0-40D3-E62B-02F1EC563C10}"/>
            </a:ext>
          </a:extLst>
        </p:cNvPr>
        <p:cNvGrpSpPr/>
        <p:nvPr/>
      </p:nvGrpSpPr>
      <p:grpSpPr>
        <a:xfrm>
          <a:off x="0" y="0"/>
          <a:ext cx="0" cy="0"/>
          <a:chOff x="0" y="0"/>
          <a:chExt cx="0" cy="0"/>
        </a:xfrm>
      </p:grpSpPr>
      <p:sp>
        <p:nvSpPr>
          <p:cNvPr id="9" name="Slide Number Placeholder 13">
            <a:extLst>
              <a:ext uri="{FF2B5EF4-FFF2-40B4-BE49-F238E27FC236}">
                <a16:creationId xmlns:a16="http://schemas.microsoft.com/office/drawing/2014/main" id="{99098F06-C840-3A80-7809-6767D3642CF4}"/>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u="none" strike="noStrike" kern="1200" cap="none" spc="0" normalizeH="0" baseline="0" dirty="0">
              <a:ln>
                <a:noFill/>
              </a:ln>
              <a:solidFill>
                <a:schemeClr val="bg1"/>
              </a:solidFill>
              <a:effectLst/>
              <a:uLnTx/>
              <a:uFillTx/>
            </a:endParaRPr>
          </a:p>
        </p:txBody>
      </p:sp>
      <p:sp>
        <p:nvSpPr>
          <p:cNvPr id="10" name="Title 4">
            <a:extLst>
              <a:ext uri="{FF2B5EF4-FFF2-40B4-BE49-F238E27FC236}">
                <a16:creationId xmlns:a16="http://schemas.microsoft.com/office/drawing/2014/main" id="{C4EABBF8-6454-3B1F-F802-C4944A416898}"/>
              </a:ext>
            </a:extLst>
          </p:cNvPr>
          <p:cNvSpPr txBox="1">
            <a:spLocks/>
          </p:cNvSpPr>
          <p:nvPr/>
        </p:nvSpPr>
        <p:spPr>
          <a:xfrm>
            <a:off x="4520234" y="2445730"/>
            <a:ext cx="7443478" cy="33582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ctr" rtl="1"/>
            <a:r>
              <a:rPr lang="ar-SA" sz="2000" dirty="0"/>
              <a:t>الأمن السيبراني يمنحنا الخبرة اللازمة لحماية أنفسنا وأعمالنا من هذه المخاطر. </a:t>
            </a:r>
          </a:p>
        </p:txBody>
      </p:sp>
      <p:sp>
        <p:nvSpPr>
          <p:cNvPr id="17" name="Title 4">
            <a:extLst>
              <a:ext uri="{FF2B5EF4-FFF2-40B4-BE49-F238E27FC236}">
                <a16:creationId xmlns:a16="http://schemas.microsoft.com/office/drawing/2014/main" id="{3256F027-A86F-46B8-DCB5-6FF50326605E}"/>
              </a:ext>
            </a:extLst>
          </p:cNvPr>
          <p:cNvSpPr txBox="1">
            <a:spLocks/>
          </p:cNvSpPr>
          <p:nvPr/>
        </p:nvSpPr>
        <p:spPr>
          <a:xfrm>
            <a:off x="237521" y="58541"/>
            <a:ext cx="9753145"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r>
              <a:rPr lang="en-US" dirty="0"/>
              <a:t>Why Should You Learn Cybersecurity?</a:t>
            </a:r>
          </a:p>
        </p:txBody>
      </p:sp>
      <p:sp>
        <p:nvSpPr>
          <p:cNvPr id="19" name="Text Placeholder 19">
            <a:extLst>
              <a:ext uri="{FF2B5EF4-FFF2-40B4-BE49-F238E27FC236}">
                <a16:creationId xmlns:a16="http://schemas.microsoft.com/office/drawing/2014/main" id="{3925942D-FA6B-78E6-26FE-6B3D156B513C}"/>
              </a:ext>
            </a:extLst>
          </p:cNvPr>
          <p:cNvSpPr txBox="1">
            <a:spLocks/>
          </p:cNvSpPr>
          <p:nvPr/>
        </p:nvSpPr>
        <p:spPr>
          <a:xfrm>
            <a:off x="2201334" y="1345434"/>
            <a:ext cx="6898301" cy="129453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5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r>
              <a:rPr lang="ar-SA" sz="4000" dirty="0"/>
              <a:t>لماذا يجب عليك تعلم الأمن السيبراني؟</a:t>
            </a:r>
            <a:endParaRPr lang="en-US" dirty="0"/>
          </a:p>
        </p:txBody>
      </p:sp>
      <p:cxnSp>
        <p:nvCxnSpPr>
          <p:cNvPr id="21" name="Straight Connector 20">
            <a:extLst>
              <a:ext uri="{FF2B5EF4-FFF2-40B4-BE49-F238E27FC236}">
                <a16:creationId xmlns:a16="http://schemas.microsoft.com/office/drawing/2014/main" id="{FE6D1941-3679-EA72-37E2-87FD44BB51B3}"/>
              </a:ext>
            </a:extLst>
          </p:cNvPr>
          <p:cNvCxnSpPr>
            <a:cxnSpLocks/>
          </p:cNvCxnSpPr>
          <p:nvPr/>
        </p:nvCxnSpPr>
        <p:spPr>
          <a:xfrm>
            <a:off x="266096" y="1158836"/>
            <a:ext cx="8750904" cy="0"/>
          </a:xfrm>
          <a:prstGeom prst="line">
            <a:avLst/>
          </a:prstGeom>
          <a:ln w="38100">
            <a:solidFill>
              <a:srgbClr val="FF4F5A"/>
            </a:solidFill>
          </a:ln>
        </p:spPr>
        <p:style>
          <a:lnRef idx="1">
            <a:schemeClr val="accent1"/>
          </a:lnRef>
          <a:fillRef idx="0">
            <a:schemeClr val="accent1"/>
          </a:fillRef>
          <a:effectRef idx="0">
            <a:schemeClr val="accent1"/>
          </a:effectRef>
          <a:fontRef idx="minor">
            <a:schemeClr val="tx1"/>
          </a:fontRef>
        </p:style>
      </p:cxnSp>
      <p:pic>
        <p:nvPicPr>
          <p:cNvPr id="5" name="Afbeelding 4" descr="Afbeelding met Graphics, tekst, grafische vormgeving, clipart&#10;&#10;Automatisch gegenereerde beschrijving">
            <a:extLst>
              <a:ext uri="{FF2B5EF4-FFF2-40B4-BE49-F238E27FC236}">
                <a16:creationId xmlns:a16="http://schemas.microsoft.com/office/drawing/2014/main" id="{42880ED8-733D-3BBD-6186-6A6D089898A5}"/>
              </a:ext>
            </a:extLst>
          </p:cNvPr>
          <p:cNvPicPr>
            <a:picLocks noChangeAspect="1"/>
          </p:cNvPicPr>
          <p:nvPr/>
        </p:nvPicPr>
        <p:blipFill>
          <a:blip r:embed="rId3"/>
          <a:stretch>
            <a:fillRect/>
          </a:stretch>
        </p:blipFill>
        <p:spPr>
          <a:xfrm>
            <a:off x="484632" y="2583729"/>
            <a:ext cx="3268615" cy="3268615"/>
          </a:xfrm>
          <a:prstGeom prst="rect">
            <a:avLst/>
          </a:prstGeom>
        </p:spPr>
      </p:pic>
      <p:sp>
        <p:nvSpPr>
          <p:cNvPr id="3" name="Tekstvak 2">
            <a:extLst>
              <a:ext uri="{FF2B5EF4-FFF2-40B4-BE49-F238E27FC236}">
                <a16:creationId xmlns:a16="http://schemas.microsoft.com/office/drawing/2014/main" id="{3FB55454-31CA-A85E-D037-A59BC67F8CCA}"/>
              </a:ext>
            </a:extLst>
          </p:cNvPr>
          <p:cNvSpPr txBox="1"/>
          <p:nvPr/>
        </p:nvSpPr>
        <p:spPr>
          <a:xfrm>
            <a:off x="4641547" y="4645386"/>
            <a:ext cx="7171007" cy="646331"/>
          </a:xfrm>
          <a:prstGeom prst="rect">
            <a:avLst/>
          </a:prstGeom>
          <a:noFill/>
        </p:spPr>
        <p:txBody>
          <a:bodyPr wrap="square">
            <a:spAutoFit/>
          </a:bodyPr>
          <a:lstStyle/>
          <a:p>
            <a:pPr>
              <a:buNone/>
            </a:pPr>
            <a:r>
              <a:rPr lang="en-GB" dirty="0">
                <a:solidFill>
                  <a:schemeClr val="bg1"/>
                </a:solidFill>
              </a:rPr>
              <a:t>Cybersecurity gives us the skills we need to protect ourselves and our work from these risks.</a:t>
            </a:r>
          </a:p>
        </p:txBody>
      </p:sp>
    </p:spTree>
    <p:extLst>
      <p:ext uri="{BB962C8B-B14F-4D97-AF65-F5344CB8AC3E}">
        <p14:creationId xmlns:p14="http://schemas.microsoft.com/office/powerpoint/2010/main" val="863846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6DEA2-DED7-74CC-888E-79C508D4DC5B}"/>
            </a:ext>
          </a:extLst>
        </p:cNvPr>
        <p:cNvGrpSpPr/>
        <p:nvPr/>
      </p:nvGrpSpPr>
      <p:grpSpPr>
        <a:xfrm>
          <a:off x="0" y="0"/>
          <a:ext cx="0" cy="0"/>
          <a:chOff x="0" y="0"/>
          <a:chExt cx="0" cy="0"/>
        </a:xfrm>
      </p:grpSpPr>
      <p:sp>
        <p:nvSpPr>
          <p:cNvPr id="9" name="Slide Number Placeholder 13">
            <a:extLst>
              <a:ext uri="{FF2B5EF4-FFF2-40B4-BE49-F238E27FC236}">
                <a16:creationId xmlns:a16="http://schemas.microsoft.com/office/drawing/2014/main" id="{83E19625-316A-7FA9-F27B-F7A467624F63}"/>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u="none" strike="noStrike" kern="1200" cap="none" spc="0" normalizeH="0" baseline="0" dirty="0">
              <a:ln>
                <a:noFill/>
              </a:ln>
              <a:solidFill>
                <a:schemeClr val="bg1"/>
              </a:solidFill>
              <a:effectLst/>
              <a:uLnTx/>
              <a:uFillTx/>
            </a:endParaRPr>
          </a:p>
        </p:txBody>
      </p:sp>
      <p:sp>
        <p:nvSpPr>
          <p:cNvPr id="10" name="Title 4">
            <a:extLst>
              <a:ext uri="{FF2B5EF4-FFF2-40B4-BE49-F238E27FC236}">
                <a16:creationId xmlns:a16="http://schemas.microsoft.com/office/drawing/2014/main" id="{2F55DFC1-1F09-DAB9-DF01-5287DFF7A6E5}"/>
              </a:ext>
            </a:extLst>
          </p:cNvPr>
          <p:cNvSpPr txBox="1">
            <a:spLocks/>
          </p:cNvSpPr>
          <p:nvPr/>
        </p:nvSpPr>
        <p:spPr>
          <a:xfrm>
            <a:off x="5249332" y="2445730"/>
            <a:ext cx="6793577" cy="33582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ctr" rtl="1"/>
            <a:r>
              <a:rPr lang="ar-SA" sz="2000" dirty="0"/>
              <a:t>بالإضافة، هذا المجال يفتح فرص عمل ممتازة لأن الشركات تحتاج دائمًا لأشخاص قادرين على حماية بياناتها وأنظمتها. </a:t>
            </a:r>
            <a:endParaRPr lang="en-US" sz="2000" dirty="0"/>
          </a:p>
          <a:p>
            <a:pPr algn="ctr" rtl="1"/>
            <a:endParaRPr lang="en-US" sz="2000" dirty="0"/>
          </a:p>
          <a:p>
            <a:pPr algn="ctr" rtl="1"/>
            <a:r>
              <a:rPr lang="en-GB" sz="2000" dirty="0"/>
              <a:t>Also, this field gives great job opportunities because companies always need people who can protect their data and systems.</a:t>
            </a:r>
          </a:p>
          <a:p>
            <a:pPr algn="ctr" rtl="1"/>
            <a:endParaRPr lang="ar-SA" sz="2000" dirty="0"/>
          </a:p>
        </p:txBody>
      </p:sp>
      <p:sp>
        <p:nvSpPr>
          <p:cNvPr id="17" name="Title 4">
            <a:extLst>
              <a:ext uri="{FF2B5EF4-FFF2-40B4-BE49-F238E27FC236}">
                <a16:creationId xmlns:a16="http://schemas.microsoft.com/office/drawing/2014/main" id="{3F335475-779D-BAB1-7BE5-73B54A71FFC7}"/>
              </a:ext>
            </a:extLst>
          </p:cNvPr>
          <p:cNvSpPr txBox="1">
            <a:spLocks/>
          </p:cNvSpPr>
          <p:nvPr/>
        </p:nvSpPr>
        <p:spPr>
          <a:xfrm>
            <a:off x="237521" y="58541"/>
            <a:ext cx="9753145"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r>
              <a:rPr lang="en-US" dirty="0"/>
              <a:t>Why Should You Learn Cybersecurity?</a:t>
            </a:r>
          </a:p>
        </p:txBody>
      </p:sp>
      <p:sp>
        <p:nvSpPr>
          <p:cNvPr id="19" name="Text Placeholder 19">
            <a:extLst>
              <a:ext uri="{FF2B5EF4-FFF2-40B4-BE49-F238E27FC236}">
                <a16:creationId xmlns:a16="http://schemas.microsoft.com/office/drawing/2014/main" id="{20BC25D2-998D-373C-0893-C3D95E3E0CDF}"/>
              </a:ext>
            </a:extLst>
          </p:cNvPr>
          <p:cNvSpPr txBox="1">
            <a:spLocks/>
          </p:cNvSpPr>
          <p:nvPr/>
        </p:nvSpPr>
        <p:spPr>
          <a:xfrm>
            <a:off x="2201334" y="1345434"/>
            <a:ext cx="6898301" cy="1294530"/>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1000"/>
              </a:spcBef>
              <a:buFont typeface="Arial" panose="020B0604020202020204" pitchFamily="34" charset="0"/>
              <a:buNone/>
              <a:defRPr sz="15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0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9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rtl="1"/>
            <a:r>
              <a:rPr lang="ar-SA" sz="4000" dirty="0"/>
              <a:t>لماذا يجب عليك تعلم الأمن السيبراني؟</a:t>
            </a:r>
            <a:endParaRPr lang="en-US" dirty="0"/>
          </a:p>
        </p:txBody>
      </p:sp>
      <p:cxnSp>
        <p:nvCxnSpPr>
          <p:cNvPr id="21" name="Straight Connector 20">
            <a:extLst>
              <a:ext uri="{FF2B5EF4-FFF2-40B4-BE49-F238E27FC236}">
                <a16:creationId xmlns:a16="http://schemas.microsoft.com/office/drawing/2014/main" id="{B85C62A8-88CF-305F-BCFA-128A13141E0F}"/>
              </a:ext>
            </a:extLst>
          </p:cNvPr>
          <p:cNvCxnSpPr>
            <a:cxnSpLocks/>
          </p:cNvCxnSpPr>
          <p:nvPr/>
        </p:nvCxnSpPr>
        <p:spPr>
          <a:xfrm>
            <a:off x="266096" y="1158836"/>
            <a:ext cx="8750904" cy="0"/>
          </a:xfrm>
          <a:prstGeom prst="line">
            <a:avLst/>
          </a:prstGeom>
          <a:ln w="38100">
            <a:solidFill>
              <a:srgbClr val="FF4F5A"/>
            </a:solidFill>
          </a:ln>
        </p:spPr>
        <p:style>
          <a:lnRef idx="1">
            <a:schemeClr val="accent1"/>
          </a:lnRef>
          <a:fillRef idx="0">
            <a:schemeClr val="accent1"/>
          </a:fillRef>
          <a:effectRef idx="0">
            <a:schemeClr val="accent1"/>
          </a:effectRef>
          <a:fontRef idx="minor">
            <a:schemeClr val="tx1"/>
          </a:fontRef>
        </p:style>
      </p:cxnSp>
      <p:pic>
        <p:nvPicPr>
          <p:cNvPr id="4100" name="Picture 4" descr="How to Build National Cybersecurity">
            <a:extLst>
              <a:ext uri="{FF2B5EF4-FFF2-40B4-BE49-F238E27FC236}">
                <a16:creationId xmlns:a16="http://schemas.microsoft.com/office/drawing/2014/main" id="{6F9AAE0F-07FF-166D-95BE-5304557E5A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069" y="3169316"/>
            <a:ext cx="3953479" cy="2223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638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C9F76-7D5B-6700-FA85-71621E617CAC}"/>
            </a:ext>
          </a:extLst>
        </p:cNvPr>
        <p:cNvGrpSpPr/>
        <p:nvPr/>
      </p:nvGrpSpPr>
      <p:grpSpPr>
        <a:xfrm>
          <a:off x="0" y="0"/>
          <a:ext cx="0" cy="0"/>
          <a:chOff x="0" y="0"/>
          <a:chExt cx="0" cy="0"/>
        </a:xfrm>
      </p:grpSpPr>
      <p:sp>
        <p:nvSpPr>
          <p:cNvPr id="9" name="Slide Number Placeholder 13">
            <a:extLst>
              <a:ext uri="{FF2B5EF4-FFF2-40B4-BE49-F238E27FC236}">
                <a16:creationId xmlns:a16="http://schemas.microsoft.com/office/drawing/2014/main" id="{977FC568-FC5A-2899-A161-E4D3DA42A30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200" u="none" strike="noStrike" kern="1200" cap="none" spc="0" normalizeH="0" baseline="0" dirty="0">
              <a:ln>
                <a:noFill/>
              </a:ln>
              <a:solidFill>
                <a:schemeClr val="bg1"/>
              </a:solidFill>
              <a:effectLst/>
              <a:uLnTx/>
              <a:uFillTx/>
            </a:endParaRPr>
          </a:p>
        </p:txBody>
      </p:sp>
      <p:sp>
        <p:nvSpPr>
          <p:cNvPr id="10" name="Title 4">
            <a:extLst>
              <a:ext uri="{FF2B5EF4-FFF2-40B4-BE49-F238E27FC236}">
                <a16:creationId xmlns:a16="http://schemas.microsoft.com/office/drawing/2014/main" id="{0C7D3EDF-411D-F694-96FA-CA74F2C5419D}"/>
              </a:ext>
            </a:extLst>
          </p:cNvPr>
          <p:cNvSpPr txBox="1">
            <a:spLocks/>
          </p:cNvSpPr>
          <p:nvPr/>
        </p:nvSpPr>
        <p:spPr>
          <a:xfrm>
            <a:off x="4799265" y="1384104"/>
            <a:ext cx="7146179" cy="33582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pPr algn="ctr" rtl="1"/>
            <a:r>
              <a:rPr lang="ar-SA" sz="2000" b="0" dirty="0"/>
              <a:t>تعلم الأمن السيبراني يمنحنا القدرة على اكتشاف الثغرات في الأنظمة قبل أن يتمكن المتسللون من استغلالها. من خلال فهم كيفية حدوث الهجمات وكيفية حماية الأنظمة من الداخل، نصبح قادرين على تعزيز أمان الشبكات والتطبيقات التي نستخدمها أو نديرها. بامتلاك مهارات الأمن السيبراني، نستطيع أن نحمي الأنظمة من التهديدات ونتجنب الخسائر المحتملة، ونساهم بشكل فعّال في تأمين بيئة رقمية آمنة.</a:t>
            </a:r>
          </a:p>
        </p:txBody>
      </p:sp>
      <p:sp>
        <p:nvSpPr>
          <p:cNvPr id="17" name="Title 4">
            <a:extLst>
              <a:ext uri="{FF2B5EF4-FFF2-40B4-BE49-F238E27FC236}">
                <a16:creationId xmlns:a16="http://schemas.microsoft.com/office/drawing/2014/main" id="{B78D553F-56D9-4F5B-5964-28D8A58738C0}"/>
              </a:ext>
            </a:extLst>
          </p:cNvPr>
          <p:cNvSpPr txBox="1">
            <a:spLocks/>
          </p:cNvSpPr>
          <p:nvPr/>
        </p:nvSpPr>
        <p:spPr>
          <a:xfrm>
            <a:off x="237521" y="58541"/>
            <a:ext cx="9753145"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a:lstStyle>
          <a:p>
            <a:r>
              <a:rPr lang="en-US" dirty="0"/>
              <a:t>Why Should You Learn Cybersecurity?</a:t>
            </a:r>
          </a:p>
        </p:txBody>
      </p:sp>
      <p:cxnSp>
        <p:nvCxnSpPr>
          <p:cNvPr id="21" name="Straight Connector 20">
            <a:extLst>
              <a:ext uri="{FF2B5EF4-FFF2-40B4-BE49-F238E27FC236}">
                <a16:creationId xmlns:a16="http://schemas.microsoft.com/office/drawing/2014/main" id="{E68013EE-4418-1FD9-8540-74A551E7196F}"/>
              </a:ext>
            </a:extLst>
          </p:cNvPr>
          <p:cNvCxnSpPr>
            <a:cxnSpLocks/>
          </p:cNvCxnSpPr>
          <p:nvPr/>
        </p:nvCxnSpPr>
        <p:spPr>
          <a:xfrm>
            <a:off x="266096" y="1158836"/>
            <a:ext cx="8750904" cy="0"/>
          </a:xfrm>
          <a:prstGeom prst="line">
            <a:avLst/>
          </a:prstGeom>
          <a:ln w="38100">
            <a:solidFill>
              <a:srgbClr val="FF4F5A"/>
            </a:solidFill>
          </a:ln>
        </p:spPr>
        <p:style>
          <a:lnRef idx="1">
            <a:schemeClr val="accent1"/>
          </a:lnRef>
          <a:fillRef idx="0">
            <a:schemeClr val="accent1"/>
          </a:fillRef>
          <a:effectRef idx="0">
            <a:schemeClr val="accent1"/>
          </a:effectRef>
          <a:fontRef idx="minor">
            <a:schemeClr val="tx1"/>
          </a:fontRef>
        </p:style>
      </p:cxnSp>
      <p:pic>
        <p:nvPicPr>
          <p:cNvPr id="6146" name="Picture 2" descr="Software tester concept illustration">
            <a:extLst>
              <a:ext uri="{FF2B5EF4-FFF2-40B4-BE49-F238E27FC236}">
                <a16:creationId xmlns:a16="http://schemas.microsoft.com/office/drawing/2014/main" id="{93AB464C-A521-2CE5-C3AA-1B1BC26147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1713" y="3000139"/>
            <a:ext cx="4289835" cy="2857606"/>
          </a:xfrm>
          <a:prstGeom prst="rect">
            <a:avLst/>
          </a:prstGeom>
          <a:noFill/>
          <a:extLst>
            <a:ext uri="{909E8E84-426E-40DD-AFC4-6F175D3DCCD1}">
              <a14:hiddenFill xmlns:a14="http://schemas.microsoft.com/office/drawing/2010/main">
                <a:solidFill>
                  <a:srgbClr val="FFFFFF"/>
                </a:solidFill>
              </a14:hiddenFill>
            </a:ext>
          </a:extLst>
        </p:spPr>
      </p:pic>
      <p:sp>
        <p:nvSpPr>
          <p:cNvPr id="3" name="Tekstvak 2">
            <a:extLst>
              <a:ext uri="{FF2B5EF4-FFF2-40B4-BE49-F238E27FC236}">
                <a16:creationId xmlns:a16="http://schemas.microsoft.com/office/drawing/2014/main" id="{737BAA59-6F2D-97B7-3385-2DB76AC78778}"/>
              </a:ext>
            </a:extLst>
          </p:cNvPr>
          <p:cNvSpPr txBox="1"/>
          <p:nvPr/>
        </p:nvSpPr>
        <p:spPr>
          <a:xfrm>
            <a:off x="5091949" y="4103419"/>
            <a:ext cx="6748338" cy="1477328"/>
          </a:xfrm>
          <a:prstGeom prst="rect">
            <a:avLst/>
          </a:prstGeom>
          <a:noFill/>
        </p:spPr>
        <p:txBody>
          <a:bodyPr wrap="square">
            <a:spAutoFit/>
          </a:bodyPr>
          <a:lstStyle/>
          <a:p>
            <a:pPr>
              <a:buNone/>
            </a:pPr>
            <a:r>
              <a:rPr lang="en-GB" b="1" dirty="0">
                <a:solidFill>
                  <a:schemeClr val="bg1"/>
                </a:solidFill>
              </a:rPr>
              <a:t>Learning cybersecurity helps us find weak points in systems before hackers can use them. By understanding how attacks happen and how to protect systems from the inside, we can make networks and apps safer. With cybersecurity skills, we can protect systems from threats, avoid possible losses, and help create a safe digital world.</a:t>
            </a:r>
            <a:endParaRPr lang="en-GB" dirty="0">
              <a:solidFill>
                <a:schemeClr val="bg1"/>
              </a:solidFill>
            </a:endParaRPr>
          </a:p>
        </p:txBody>
      </p:sp>
    </p:spTree>
    <p:extLst>
      <p:ext uri="{BB962C8B-B14F-4D97-AF65-F5344CB8AC3E}">
        <p14:creationId xmlns:p14="http://schemas.microsoft.com/office/powerpoint/2010/main" val="276132366"/>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Dark Presentation_win32_v5" id="{58BAEBF1-5D61-4C15-85CE-FF9951014D92}" vid="{276E4683-2F29-4A34-B0D2-95452F46AA5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1CB832A1D7BF4EBD9BEFDEA974A6E3" ma:contentTypeVersion="18" ma:contentTypeDescription="Een nieuw document maken." ma:contentTypeScope="" ma:versionID="15c1afa50ba1183b9e0220b352be1dfb">
  <xsd:schema xmlns:xsd="http://www.w3.org/2001/XMLSchema" xmlns:xs="http://www.w3.org/2001/XMLSchema" xmlns:p="http://schemas.microsoft.com/office/2006/metadata/properties" xmlns:ns3="3ea718a5-1703-496a-9091-8240321abdd7" xmlns:ns4="717a0b28-0a3b-4910-91f6-5549f15b0a4f" targetNamespace="http://schemas.microsoft.com/office/2006/metadata/properties" ma:root="true" ma:fieldsID="b6778a6e9f575fbf75e7aee41c7f13e0" ns3:_="" ns4:_="">
    <xsd:import namespace="3ea718a5-1703-496a-9091-8240321abdd7"/>
    <xsd:import namespace="717a0b28-0a3b-4910-91f6-5549f15b0a4f"/>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4:SharedWithUsers" minOccurs="0"/>
                <xsd:element ref="ns4:SharedWithDetails" minOccurs="0"/>
                <xsd:element ref="ns4:SharingHintHash" minOccurs="0"/>
                <xsd:element ref="ns3:MediaServiceDateTaken" minOccurs="0"/>
                <xsd:element ref="ns3:MediaLengthInSeconds" minOccurs="0"/>
                <xsd:element ref="ns3:MediaServiceAutoTags" minOccurs="0"/>
                <xsd:element ref="ns3:MediaServiceOCR" minOccurs="0"/>
                <xsd:element ref="ns3:MediaServiceGenerationTime" minOccurs="0"/>
                <xsd:element ref="ns3:MediaServiceEventHashCode" minOccurs="0"/>
                <xsd:element ref="ns3:_activity" minOccurs="0"/>
                <xsd:element ref="ns3:MediaServiceObjectDetectorVersions" minOccurs="0"/>
                <xsd:element ref="ns3:MediaServiceSystemTags" minOccurs="0"/>
                <xsd:element ref="ns3:MediaServiceSearchPropertie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a718a5-1703-496a-9091-8240321abd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7a0b28-0a3b-4910-91f6-5549f15b0a4f" elementFormDefault="qualified">
    <xsd:import namespace="http://schemas.microsoft.com/office/2006/documentManagement/types"/>
    <xsd:import namespace="http://schemas.microsoft.com/office/infopath/2007/PartnerControls"/>
    <xsd:element name="SharedWithUsers" ma:index="12"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Gedeeld met details" ma:internalName="SharedWithDetails" ma:readOnly="true">
      <xsd:simpleType>
        <xsd:restriction base="dms:Note">
          <xsd:maxLength value="255"/>
        </xsd:restriction>
      </xsd:simpleType>
    </xsd:element>
    <xsd:element name="SharingHintHash" ma:index="14"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3ea718a5-1703-496a-9091-8240321abdd7" xsi:nil="true"/>
    <_activity xmlns="3ea718a5-1703-496a-9091-8240321abdd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E4158F-5406-4628-9355-D7420DE0361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ea718a5-1703-496a-9091-8240321abdd7"/>
    <ds:schemaRef ds:uri="717a0b28-0a3b-4910-91f6-5549f15b0a4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4D5854E-F453-4846-A87D-6EF3DCF73E3E}">
  <ds:schemaRefs>
    <ds:schemaRef ds:uri="http://purl.org/dc/elements/1.1/"/>
    <ds:schemaRef ds:uri="http://schemas.microsoft.com/office/2006/documentManagement/types"/>
    <ds:schemaRef ds:uri="http://www.w3.org/XML/1998/namespace"/>
    <ds:schemaRef ds:uri="http://purl.org/dc/dcmitype/"/>
    <ds:schemaRef ds:uri="http://purl.org/dc/terms/"/>
    <ds:schemaRef ds:uri="http://schemas.microsoft.com/office/2006/metadata/properties"/>
    <ds:schemaRef ds:uri="http://schemas.microsoft.com/office/infopath/2007/PartnerControls"/>
    <ds:schemaRef ds:uri="http://schemas.openxmlformats.org/package/2006/metadata/core-properties"/>
    <ds:schemaRef ds:uri="717a0b28-0a3b-4910-91f6-5549f15b0a4f"/>
    <ds:schemaRef ds:uri="3ea718a5-1703-496a-9091-8240321abdd7"/>
  </ds:schemaRefs>
</ds:datastoreItem>
</file>

<file path=customXml/itemProps3.xml><?xml version="1.0" encoding="utf-8"?>
<ds:datastoreItem xmlns:ds="http://schemas.openxmlformats.org/officeDocument/2006/customXml" ds:itemID="{F8C25491-3B09-4F3E-8C86-936D290E401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958</TotalTime>
  <Words>482</Words>
  <Application>Microsoft Office PowerPoint</Application>
  <PresentationFormat>Breedbeeld</PresentationFormat>
  <Paragraphs>41</Paragraphs>
  <Slides>9</Slides>
  <Notes>9</Notes>
  <HiddenSlides>0</HiddenSlides>
  <MMClips>0</MMClips>
  <ScaleCrop>false</ScaleCrop>
  <HeadingPairs>
    <vt:vector size="6" baseType="variant">
      <vt:variant>
        <vt:lpstr>Gebruikte lettertypen</vt:lpstr>
      </vt:variant>
      <vt:variant>
        <vt:i4>6</vt:i4>
      </vt:variant>
      <vt:variant>
        <vt:lpstr>Thema</vt:lpstr>
      </vt:variant>
      <vt:variant>
        <vt:i4>1</vt:i4>
      </vt:variant>
      <vt:variant>
        <vt:lpstr>Diatitels</vt:lpstr>
      </vt:variant>
      <vt:variant>
        <vt:i4>9</vt:i4>
      </vt:variant>
    </vt:vector>
  </HeadingPairs>
  <TitlesOfParts>
    <vt:vector size="16" baseType="lpstr">
      <vt:lpstr>等线</vt:lpstr>
      <vt:lpstr>Abadi</vt:lpstr>
      <vt:lpstr>Arial</vt:lpstr>
      <vt:lpstr>Calibri</vt:lpstr>
      <vt:lpstr>Posterama Text Black</vt:lpstr>
      <vt:lpstr>Posterama Text SemiBold</vt:lpstr>
      <vt:lpstr>Custom</vt:lpstr>
      <vt:lpstr>Cyber Security</vt:lpstr>
      <vt:lpstr>What is cyber security?</vt:lpstr>
      <vt:lpstr>PowerPoint-presentatie</vt:lpstr>
      <vt:lpstr>What is cyber security?</vt:lpstr>
      <vt:lpstr>PowerPoint-presentatie</vt:lpstr>
      <vt:lpstr>PowerPoint-presentatie</vt:lpstr>
      <vt:lpstr>PowerPoint-presentatie</vt:lpstr>
      <vt:lpstr>PowerPoint-presentatie</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Shiyar Jamo (21019320)</dc:creator>
  <cp:lastModifiedBy>Shiyar Jamo</cp:lastModifiedBy>
  <cp:revision>6</cp:revision>
  <dcterms:created xsi:type="dcterms:W3CDTF">2024-10-31T06:23:45Z</dcterms:created>
  <dcterms:modified xsi:type="dcterms:W3CDTF">2025-12-06T12:46:36Z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0x0101007D1CB832A1D7BF4EBD9BEFDEA974A6E3</vt:lpwstr>
  </property>
</Properties>
</file>